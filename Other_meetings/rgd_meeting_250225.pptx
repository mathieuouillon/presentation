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Nunito Medium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NunitoMedium-bold.fntdata"/><Relationship Id="rId23" Type="http://schemas.openxmlformats.org/officeDocument/2006/relationships/font" Target="fonts/Nunit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Medium-boldItalic.fntdata"/><Relationship Id="rId25" Type="http://schemas.openxmlformats.org/officeDocument/2006/relationships/font" Target="fonts/NunitoMedium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41980810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4198081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a1e7c06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a1e7c06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a1e7c066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a1e7c066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a1e7c066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a1e7c066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a1e7c066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a1e7c066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a1e7c066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a1e7c066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a1e7c066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a1e7c066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a1e7c066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a1e7c066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a1e7c066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a1e7c066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a1e7c066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a1e7c066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a1e7c066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a1e7c066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a1e7c066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a1e7c066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and cooking status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(12 February,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12 February,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Cooking status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0" y="647400"/>
            <a:ext cx="9067200" cy="41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Mini-timeline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Pass0v9_dc have been cooked.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Mini-timeline Pass0v9_dcv2 have been cooked.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These timelines have been made to check the DC Calibration: T0 and T2D.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calib_dcv4 have been cooked (DC Calibration for special HV settings runs)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 Pass0v9 have been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skimmed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You can find the files here: </a:t>
            </a:r>
            <a:r>
              <a:rPr lang="fr" sz="1600">
                <a:latin typeface="Roboto Mono"/>
                <a:ea typeface="Roboto Mono"/>
                <a:cs typeface="Roboto Mono"/>
                <a:sym typeface="Roboto Mono"/>
              </a:rPr>
              <a:t>/cache/hallb/scratch/rg-d/production/skim_pass0v9/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I have copy the high-QA timelines into the rg-d directory, they should appear on the clas12mon website.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Cross-check high-QA timeline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0" y="647400"/>
            <a:ext cx="9144000" cy="4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Goal: Understand the high-QA timelines for RG-D and cross-check the results.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Beam charge asymmetry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Beam spin asymmetry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Define helicity fraction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Electron FD normalize yield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Electron FT normalize yield : No FT in RG-D, set to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Faraday cup charge gated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Faraday cup charge gated accumulated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Faraday cup gated non-monotonic : Set to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Faraday cup charge ungated : Same as gated version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Live time from fc charge totals</a:t>
            </a:r>
            <a:r>
              <a:rPr lang="fr"/>
              <a:t> : Set to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piMinus/piPlus kinematics means/</a:t>
            </a:r>
            <a:r>
              <a:rPr lang="fr"/>
              <a:t>stddevs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Q</a:t>
            </a:r>
            <a:r>
              <a:rPr baseline="30000" lang="fr"/>
              <a:t>2</a:t>
            </a:r>
            <a:r>
              <a:rPr lang="fr"/>
              <a:t> W x y </a:t>
            </a:r>
            <a:r>
              <a:rPr lang="fr"/>
              <a:t>means/</a:t>
            </a:r>
            <a:r>
              <a:rPr lang="fr"/>
              <a:t>stddevs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Cross-check high-QA timeline: Beam charge asymmetry 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7425" y="715150"/>
            <a:ext cx="8965500" cy="40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charge asymmetry based on the total accumulated charge with positive and negative helicities: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charge is read from the </a:t>
            </a:r>
            <a:r>
              <a:rPr lang="fr"/>
              <a:t>HEL::scalers bank.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Q</a:t>
            </a:r>
            <a:r>
              <a:rPr baseline="30000" lang="fr"/>
              <a:t>+</a:t>
            </a:r>
            <a:r>
              <a:rPr lang="fr"/>
              <a:t> is the total accumulated charge per run when the helicity is positive.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Q</a:t>
            </a:r>
            <a:r>
              <a:rPr baseline="30000" lang="fr"/>
              <a:t>−</a:t>
            </a:r>
            <a:r>
              <a:rPr lang="fr"/>
              <a:t> is the total accumulated charge per run when the helicity is negative.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For RG-D the </a:t>
            </a:r>
            <a:r>
              <a:rPr lang="fr"/>
              <a:t>charge</a:t>
            </a:r>
            <a:r>
              <a:rPr lang="fr"/>
              <a:t> in the HEL::scalers bank is corrupted by the FC </a:t>
            </a:r>
            <a:r>
              <a:rPr lang="fr"/>
              <a:t>vacuum</a:t>
            </a:r>
            <a:r>
              <a:rPr lang="fr"/>
              <a:t> issue.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075" y="1558775"/>
            <a:ext cx="2585325" cy="10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Cross-check high-QA timeline: Faraday cup charge gated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0" y="647400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Charge information from Maurik work.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50" y="1267200"/>
            <a:ext cx="8839204" cy="287878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Timeline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Cross-check high-QA timeline: Faraday cup charge gated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" y="647400"/>
            <a:ext cx="8839204" cy="334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My cross-check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Cross-check high-QA timeline: Faraday cup charge </a:t>
            </a:r>
            <a:r>
              <a:rPr lang="fr" sz="2200"/>
              <a:t>accumulated</a:t>
            </a:r>
            <a:endParaRPr sz="2200"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0" y="647400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Charge information from Maurik work.</a:t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Timeline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5" y="1074000"/>
            <a:ext cx="9059348" cy="2937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Cross-check high-QA timeline: Faraday cup charge accumulated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My cross-check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" y="765900"/>
            <a:ext cx="9043948" cy="34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900"/>
              <a:t>Cross-check high-QA timeline: piMinus/piPlus kinematics means/stddevs</a:t>
            </a:r>
            <a:endParaRPr sz="1900"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-25" y="647400"/>
            <a:ext cx="9144000" cy="4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To compute the values these timelines: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Each run is divided into three bins: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AutoNum type="alphaL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Bin 1: Contains only the first event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AutoNum type="alphaL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Bin 2: Spans from the first event to the last event with the RUN::scaler bank.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AutoNum type="alphaL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Bin 3: Extends from the end of Bin 2 to the run's ending.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For each of theses 3 bins, we fill histograms for the following kinematic variables: p, p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, phiH, θ, and z.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We calculate the weighted mean for each histograms.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We create 5 new histograms filled with the previously extracted weighted means for each kinematic variable.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We compute the weighted mean for these secondary histograms. This final value is what plot in the timelines.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900"/>
              <a:t>Cross-check high-QA timeline: piMinus/piPlus kinematics means/stddevs</a:t>
            </a:r>
            <a:endParaRPr sz="1900"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0" y="647400"/>
            <a:ext cx="9144000" cy="5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Compare to other run group, RG-D have only 3 bins. The first is always empty.</a:t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" y="1043600"/>
            <a:ext cx="4406344" cy="21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857925" y="3209150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RG-B pass2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1043600"/>
            <a:ext cx="4406349" cy="219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-125000" y="3970250"/>
            <a:ext cx="92691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They use this binning for the kinematics to reject part of the run if they see some issue in the timelines. For </a:t>
            </a:r>
            <a:r>
              <a:rPr lang="fr"/>
              <a:t>example a bin if a value very different than the other.</a:t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94875" y="3567525"/>
            <a:ext cx="1558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Step 3.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5428725" y="3178575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pass0v9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900"/>
              <a:t>Cross-check high-QA timeline: piMinus/piPlus kinematics means/stddevs</a:t>
            </a:r>
            <a:endParaRPr/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44" y="1016389"/>
            <a:ext cx="4031402" cy="199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721" y="688050"/>
            <a:ext cx="4633853" cy="228746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94875" y="3567525"/>
            <a:ext cx="1558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Step 4.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857925" y="3056750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RG-B pass2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5428725" y="3026175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pass0v9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900"/>
              <a:t>Cross-check high-QA timeline: piMinus/piPlus kinematics means/stddevs</a:t>
            </a:r>
            <a:endParaRPr sz="1900"/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75" y="982775"/>
            <a:ext cx="8839204" cy="301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900"/>
              <a:t>Cross-check high-QA timeline: piMinus/piPlus kinematics means/stddevs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0" y="647400"/>
            <a:ext cx="9144000" cy="40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There are some issue with this for RG-D: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We compute a weighted mean of two values instead of 3XX.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So we give the same weight for the second bin which have almost all the event and the third bin which have 1,2 or 3 events. So it </a:t>
            </a:r>
            <a:r>
              <a:rPr lang="fr"/>
              <a:t>biased</a:t>
            </a:r>
            <a:r>
              <a:rPr lang="fr"/>
              <a:t> the mean a lot.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To fix this, Chris agreed to change steps 3,4,5: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Fill a single histogram for each kinematic variables for the entire run.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Take the weighted mean of these histograms.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Plot these values in the main timelines. </a:t>
            </a:r>
            <a:endParaRPr/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