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aa11f16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aa11f16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2850"/>
            <a:ext cx="8839204" cy="3957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rot="10800000">
            <a:off x="1139975" y="2761750"/>
            <a:ext cx="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4"/>
          <p:cNvSpPr txBox="1"/>
          <p:nvPr/>
        </p:nvSpPr>
        <p:spPr>
          <a:xfrm>
            <a:off x="810800" y="3128175"/>
            <a:ext cx="3823800" cy="105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Run 18331: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0.00166, offset: -0.00190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0.00164, offset: -0.00192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0.01861, offset: 0.00518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0.001866, offset: -0.00192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 rot="10800000">
            <a:off x="6306950" y="2710600"/>
            <a:ext cx="0" cy="3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4"/>
          <p:cNvSpPr txBox="1"/>
          <p:nvPr/>
        </p:nvSpPr>
        <p:spPr>
          <a:xfrm>
            <a:off x="5082075" y="3083800"/>
            <a:ext cx="3823800" cy="105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Run 18852: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-0.0052, offset: -0.00322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-0.0054, offset: -0.00320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-0.0149, offset: 0.00798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-0.00143, offset: 0.00804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3120850" y="1594625"/>
            <a:ext cx="0" cy="4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4"/>
          <p:cNvSpPr txBox="1"/>
          <p:nvPr/>
        </p:nvSpPr>
        <p:spPr>
          <a:xfrm>
            <a:off x="2554975" y="664300"/>
            <a:ext cx="3823800" cy="90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Run 18532: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0.0141, offset: 0.00656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0.0142, offset: 0.00653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0.0110, offset: 0.00766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amplitude: 0.01087, offset: 0.00765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