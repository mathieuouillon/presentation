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335" r:id="rId3"/>
    <p:sldId id="336" r:id="rId4"/>
    <p:sldId id="339" r:id="rId5"/>
    <p:sldId id="340" r:id="rId6"/>
    <p:sldId id="337" r:id="rId7"/>
    <p:sldId id="341" r:id="rId8"/>
    <p:sldId id="342" r:id="rId9"/>
    <p:sldId id="343" r:id="rId10"/>
    <p:sldId id="344" r:id="rId11"/>
    <p:sldId id="338" r:id="rId12"/>
    <p:sldId id="33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335"/>
            <p14:sldId id="336"/>
            <p14:sldId id="339"/>
            <p14:sldId id="340"/>
            <p14:sldId id="337"/>
            <p14:sldId id="341"/>
            <p14:sldId id="342"/>
            <p14:sldId id="343"/>
            <p14:sldId id="344"/>
            <p14:sldId id="338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73B"/>
    <a:srgbClr val="304D59"/>
    <a:srgbClr val="243643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97" autoAdjust="0"/>
    <p:restoredTop sz="94637" autoAdjust="0"/>
  </p:normalViewPr>
  <p:slideViewPr>
    <p:cSldViewPr snapToGrid="0" snapToObjects="1">
      <p:cViewPr varScale="1">
        <p:scale>
          <a:sx n="165" d="100"/>
          <a:sy n="165" d="100"/>
        </p:scale>
        <p:origin x="240" y="2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12-05-26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12-05-26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>
              <a:defRPr sz="2000" b="0" i="0">
                <a:latin typeface="Fira Sans" panose="020B0503050000020004" pitchFamily="34" charset="0"/>
                <a:ea typeface="Fira Sans" panose="020B0503050000020004" pitchFamily="34" charset="0"/>
              </a:defRPr>
            </a:lvl2pPr>
            <a:lvl3pPr>
              <a:defRPr sz="1800" b="0" i="0">
                <a:latin typeface="Fira Sans" panose="020B0503050000020004" pitchFamily="34" charset="0"/>
                <a:ea typeface="Fira Sans" panose="020B0503050000020004" pitchFamily="34" charset="0"/>
              </a:defRPr>
            </a:lvl3pPr>
            <a:lvl4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4pPr>
            <a:lvl5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05/12/26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Group meeting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05/12/26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1DEE-22C9-7031-D658-E0B76465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0E175-4471-897D-0352-0615CEECD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Launched new simulation to compare data and MC, and estimate contamination</a:t>
            </a:r>
          </a:p>
          <a:p>
            <a:pPr lvl="1"/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IB,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CxC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OB/IB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I will be able to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analyse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them this week, both electron and pion 4/5 M events per configuration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6DE40-634B-6437-8CC3-0FD061C7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20F78-5D00-1F6A-3DBA-67369C89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E86C5-59DE-A182-C626-DDC5A8836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56D9CA-F8C3-4B06-50D9-A68E45CC3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2115814"/>
            <a:ext cx="67818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6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37B4-2569-C74B-6D48-5FB6E7D73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89224-75FD-B23A-B20D-4D5FACE14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468659"/>
          </a:xfrm>
        </p:spPr>
        <p:txBody>
          <a:bodyPr/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Worked on the common analysis note to write about the new correction and cuts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5F372-21DB-8D8C-0B81-02F2297E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1A05A-3D5D-7626-8EC6-3E9B875D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C1F42-94F1-B71E-7928-F1A884DF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DBD521-9811-C55C-09B2-CD8C13BF2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332" y="1501140"/>
            <a:ext cx="9676807" cy="1876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1EE3EE-9D9F-CABA-9222-1E8EB4A2F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831" y="3291840"/>
            <a:ext cx="8186421" cy="293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9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37BD9-0BD6-0893-9EB1-161C9EFD1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CB03-9C7D-94B0-8498-143F7B2B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035FC-031A-C7BB-2ECB-B9516DDC4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468659"/>
          </a:xfrm>
        </p:spPr>
        <p:txBody>
          <a:bodyPr/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Same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10C0B-F97E-9DC7-26AF-4DEDF219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94A08-5209-5D9E-5F85-514AF329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DB9EB-043E-826B-8B86-9B1318CA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1709BB-14ED-FD83-1555-B76F5ADD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1619221"/>
            <a:ext cx="9700260" cy="442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02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CE6F9-5C49-B605-4D69-480EDA2F2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7B12-BF6F-A6EF-217F-7F7AF6CD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B1B3F-000D-DBCE-0ECE-2018939D5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468659"/>
          </a:xfrm>
        </p:spPr>
        <p:txBody>
          <a:bodyPr/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I have also added the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Δt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vs p cut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FA4BD-7FE2-AEF7-3347-3BECEF64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C5C62-4F31-F285-8B49-18CDB8EC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1CED3-0990-8DB4-41DC-6BF884B5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A5E1A3-446E-E610-D4A8-6F1A19384E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485"/>
          <a:stretch>
            <a:fillRect/>
          </a:stretch>
        </p:blipFill>
        <p:spPr>
          <a:xfrm>
            <a:off x="1647360" y="1478280"/>
            <a:ext cx="7772400" cy="3467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B599E1-B896-7721-F337-47173056EA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81"/>
          <a:stretch>
            <a:fillRect/>
          </a:stretch>
        </p:blipFill>
        <p:spPr>
          <a:xfrm>
            <a:off x="1647360" y="5082539"/>
            <a:ext cx="7772400" cy="103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8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50EC5-21C1-9492-D053-5E751D89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π</a:t>
            </a:r>
            <a:r>
              <a:rPr lang="en-US" cap="small" baseline="30000" dirty="0"/>
              <a:t>0 </a:t>
            </a:r>
            <a:r>
              <a:rPr lang="en-US" cap="small" dirty="0"/>
              <a:t>multiplicity and </a:t>
            </a:r>
            <a:r>
              <a:rPr lang="en-US" cap="small" dirty="0" err="1"/>
              <a:t>p</a:t>
            </a:r>
            <a:r>
              <a:rPr lang="en-US" cap="small" baseline="-25000" dirty="0" err="1"/>
              <a:t>T</a:t>
            </a:r>
            <a:r>
              <a:rPr lang="en-US" cap="small" dirty="0"/>
              <a:t> broadening</a:t>
            </a:r>
            <a:endParaRPr lang="en-US" cap="small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EACB-6034-E4C8-3761-E9DA59B2E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I started to work again on my π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 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analysis, extracting the multiplicity ratio after background subtraction, extracting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T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broadening</a:t>
            </a:r>
          </a:p>
          <a:p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Very preliminary, I need to check the code again I may have some bug</a:t>
            </a:r>
          </a:p>
          <a:p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Select electron with the standard cuts + new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correction</a:t>
            </a: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Select photon with PID, AI + beta cut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B243C-3592-CEBF-C6E7-4539DD0C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D0264-6959-4CCB-4D93-73B46A2C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678DD-97E6-2595-EB34-6AE4A6D32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59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8E48-CFAD-B8C4-92CF-6D61AF9A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47EC-0F7E-D687-974D-642C3377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π</a:t>
            </a:r>
            <a:r>
              <a:rPr lang="en-US" cap="small" baseline="30000" dirty="0"/>
              <a:t>0 </a:t>
            </a:r>
            <a:r>
              <a:rPr lang="en-US" cap="small" dirty="0"/>
              <a:t>multiplicity and </a:t>
            </a:r>
            <a:r>
              <a:rPr lang="en-US" cap="small" dirty="0" err="1"/>
              <a:t>p</a:t>
            </a:r>
            <a:r>
              <a:rPr lang="en-US" cap="small" baseline="-25000" dirty="0" err="1"/>
              <a:t>T</a:t>
            </a:r>
            <a:r>
              <a:rPr lang="en-US" cap="small" dirty="0"/>
              <a:t> broadening</a:t>
            </a:r>
            <a:endParaRPr lang="en-US" cap="small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DC5F0-4CC1-8970-6ED9-6AC64BB71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5090160" cy="5087667"/>
          </a:xfrm>
        </p:spPr>
        <p:txBody>
          <a:bodyPr/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First step: 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Extract the number of π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in each targets (LD2,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CxC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Cu and Sn)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B147F-4F91-4D67-2394-E49A3C2D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9D31B-6901-4A05-AC0A-AC46795D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0150E-E7CD-6032-D033-7464A15C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4096FA-0A0D-6D31-4689-F4D7256F0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980" y="-16635"/>
            <a:ext cx="701902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D12D6A-04D9-CFEE-787A-F091CCEF0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476500"/>
            <a:ext cx="47244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24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5DD35-B02D-E179-0C28-003579CB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178AE-4F79-4656-AC2E-56122BF1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π</a:t>
            </a:r>
            <a:r>
              <a:rPr lang="en-US" cap="small" baseline="30000" dirty="0"/>
              <a:t>0 </a:t>
            </a:r>
            <a:r>
              <a:rPr lang="en-US" cap="small" dirty="0"/>
              <a:t>multiplicity and </a:t>
            </a:r>
            <a:r>
              <a:rPr lang="en-US" cap="small" dirty="0" err="1"/>
              <a:t>p</a:t>
            </a:r>
            <a:r>
              <a:rPr lang="en-US" cap="small" baseline="-25000" dirty="0" err="1"/>
              <a:t>T</a:t>
            </a:r>
            <a:r>
              <a:rPr lang="en-US" cap="small" dirty="0"/>
              <a:t> broadening</a:t>
            </a:r>
            <a:endParaRPr lang="en-US" cap="small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958E2-BFCF-E948-CE23-A08CE707E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4345940" cy="5087667"/>
          </a:xfrm>
        </p:spPr>
        <p:txBody>
          <a:bodyPr/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First step: 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Extract the number of π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in each targets (LD2,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CxC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Cu and Sn)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Extract multiplicity ratio: 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036D-30EB-5AAD-E3AB-42FFC867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BFFC2-8177-36B0-086A-041C6B013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7463F-D748-FB05-E73B-E2EFAA92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EF3DA0-E484-59BE-FC48-C622765A1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157214"/>
            <a:ext cx="38608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44EF1A-5EE6-D971-AF46-3D0DA4590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060" y="1032481"/>
            <a:ext cx="7772400" cy="447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24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50859-671C-5F6D-2334-0133940E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453AE-FA1D-5308-6517-B2318B56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π</a:t>
            </a:r>
            <a:r>
              <a:rPr lang="en-US" cap="small" baseline="30000" dirty="0"/>
              <a:t>0 </a:t>
            </a:r>
            <a:r>
              <a:rPr lang="en-US" cap="small" dirty="0"/>
              <a:t>multiplicity and </a:t>
            </a:r>
            <a:r>
              <a:rPr lang="en-US" cap="small" dirty="0" err="1"/>
              <a:t>p</a:t>
            </a:r>
            <a:r>
              <a:rPr lang="en-US" cap="small" baseline="-25000" dirty="0" err="1"/>
              <a:t>T</a:t>
            </a:r>
            <a:r>
              <a:rPr lang="en-US" cap="small" dirty="0"/>
              <a:t> broadening</a:t>
            </a:r>
            <a:endParaRPr lang="en-US" cap="small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7A6DF-ED49-B508-7C7A-EEE958BBC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4345940" cy="5087667"/>
          </a:xfrm>
        </p:spPr>
        <p:txBody>
          <a:bodyPr/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First step: 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Extract the number of π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in each targets (LD2,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CxC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Cu and Sn)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Extract multiplicity ratio: 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39B40-B0C4-28D4-15CC-E08DFB7E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6EBCB-B7F5-40B6-FA18-21519988A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B7FD4-1C5A-682A-6EAF-5DBE1925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6AEDFC-B5E0-E8CB-ACEC-6259DD2A5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157214"/>
            <a:ext cx="38608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F85FC8-9689-C93A-AACD-D5B7C4002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1032481"/>
            <a:ext cx="7772400" cy="449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46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955B-E4EC-6D62-F5EA-763B67B2F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A80B-0E9B-BEDB-9622-EA43EECAD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π</a:t>
            </a:r>
            <a:r>
              <a:rPr lang="en-US" cap="small" baseline="30000" dirty="0"/>
              <a:t>0 </a:t>
            </a:r>
            <a:r>
              <a:rPr lang="en-US" cap="small" dirty="0"/>
              <a:t>multiplicity and </a:t>
            </a:r>
            <a:r>
              <a:rPr lang="en-US" cap="small" dirty="0" err="1"/>
              <a:t>p</a:t>
            </a:r>
            <a:r>
              <a:rPr lang="en-US" cap="small" baseline="-25000" dirty="0" err="1"/>
              <a:t>T</a:t>
            </a:r>
            <a:r>
              <a:rPr lang="en-US" cap="small" dirty="0"/>
              <a:t> broadening</a:t>
            </a:r>
            <a:endParaRPr lang="en-US" cap="small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B45E4-1497-4DF3-1E6D-C1DF266A9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4345940" cy="5087667"/>
          </a:xfrm>
        </p:spPr>
        <p:txBody>
          <a:bodyPr/>
          <a:lstStyle/>
          <a:p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pT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broadening: 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Bins in Q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2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x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B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and z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Probably wrong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6FCA-64D5-CE57-15BB-555A36C7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91174-12D5-91A5-DB25-CE0E81CE0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EE3E9-C979-A7E7-05F4-7A057409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744B10-A017-DBB6-D36B-188006881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080" y="616831"/>
            <a:ext cx="6514059" cy="3749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B287B4-8274-3F77-6D32-97F5A6AE0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3918"/>
            <a:ext cx="5724351" cy="329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42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69FE5-C15B-AC58-FE78-BB682399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Other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00FE9-8441-7F85-1696-8E24805D8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659159"/>
          </a:xfrm>
        </p:spPr>
        <p:txBody>
          <a:bodyPr/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I have worked on my presentation for Thursday software meeting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BF37C-B78D-C7AD-4517-DA6C5DB1A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3DA22-347E-8362-BE40-F2A0789F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B3D42-288C-4F39-C159-DF90E14E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0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RG-D: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Compare simulation to data (use it for contamination study too), same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CxC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and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Get the multiplicity ratio for π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 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after the event mixing subtraction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T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broadening and cos and sin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h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extraction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Work on the binning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Radiative and acceptance correction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Background for ρ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simulation for CT analysis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ALERT: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Finishing the pull request for the GNN (reply to comments)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05/12/26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EEDA0-BAB5-9130-2D7E-F16A3E74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17189</TotalTime>
  <Words>396</Words>
  <Application>Microsoft Macintosh PowerPoint</Application>
  <PresentationFormat>Widescreen</PresentationFormat>
  <Paragraphs>89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Fira Sans</vt:lpstr>
      <vt:lpstr>Fira Sans Light</vt:lpstr>
      <vt:lpstr>Office Theme</vt:lpstr>
      <vt:lpstr>Group meeting</vt:lpstr>
      <vt:lpstr>RG-D: Vz correction</vt:lpstr>
      <vt:lpstr>RG-D: Vz correction</vt:lpstr>
      <vt:lpstr>RG-D: Vz correction</vt:lpstr>
      <vt:lpstr>RG-D: Vz correction</vt:lpstr>
      <vt:lpstr>RG-D: π0 multiplicity and pT broadening</vt:lpstr>
      <vt:lpstr>RG-D: π0 multiplicity and pT broadening</vt:lpstr>
      <vt:lpstr>RG-D: π0 multiplicity and pT broadening</vt:lpstr>
      <vt:lpstr>RG-D: π0 multiplicity and pT broadening</vt:lpstr>
      <vt:lpstr>RG-D: π0 multiplicity and pT broadening</vt:lpstr>
      <vt:lpstr>Other stuff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591</cp:revision>
  <dcterms:created xsi:type="dcterms:W3CDTF">2019-12-03T01:04:10Z</dcterms:created>
  <dcterms:modified xsi:type="dcterms:W3CDTF">2026-05-12T19:27:48Z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