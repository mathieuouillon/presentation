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6858000" cy="9144000"/>
  <p:embeddedFontLst>
    <p:embeddedFont>
      <p:font typeface="Fira Sans"/>
      <p:regular r:id="rId23"/>
      <p:bold r:id="rId24"/>
      <p:italic r:id="rId25"/>
      <p:boldItalic r:id="rId26"/>
    </p:embeddedFont>
    <p:embeddedFont>
      <p:font typeface="Fira Sans Ligh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B855A7B-1C57-4898-8E6F-441E2D6F6047}">
  <a:tblStyle styleId="{3B855A7B-1C57-4898-8E6F-441E2D6F6047}" styleName="Table_0">
    <a:wholeTbl>
      <a:tcTxStyle b="off" i="off">
        <a:font>
          <a:latin typeface="Calibri"/>
          <a:ea typeface="Calibri"/>
          <a:cs typeface="Calibri"/>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tcStyle>
    </a:band1H>
    <a:band2H>
      <a:tcTxStyle/>
    </a:band2H>
    <a:band1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1V>
    <a:band2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tcStyle>
    </a:lastRow>
    <a:seCell>
      <a:tcTxStyle/>
    </a:seCell>
    <a:swCell>
      <a:tcTxStyle/>
    </a:swCell>
    <a:firstRow>
      <a:tcTxStyle b="on" i="off">
        <a:font>
          <a:latin typeface="Calibri"/>
          <a:ea typeface="Calibri"/>
          <a:cs typeface="Calibri"/>
        </a:font>
        <a:schemeClr val="lt1"/>
      </a:tcTxStyle>
      <a:tcStyle>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FiraSans-bold.fntdata"/><Relationship Id="rId23" Type="http://schemas.openxmlformats.org/officeDocument/2006/relationships/font" Target="fonts/Fira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FiraSans-boldItalic.fntdata"/><Relationship Id="rId25" Type="http://schemas.openxmlformats.org/officeDocument/2006/relationships/font" Target="fonts/FiraSans-italic.fntdata"/><Relationship Id="rId28" Type="http://schemas.openxmlformats.org/officeDocument/2006/relationships/font" Target="fonts/FiraSansLight-bold.fntdata"/><Relationship Id="rId27" Type="http://schemas.openxmlformats.org/officeDocument/2006/relationships/font" Target="fonts/FiraSansLight-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FiraSansLight-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FiraSansLight-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AFAFA"/>
        </a:solidFill>
      </p:bgPr>
    </p:bg>
    <p:spTree>
      <p:nvGrpSpPr>
        <p:cNvPr id="16" name="Shape 16"/>
        <p:cNvGrpSpPr/>
        <p:nvPr/>
      </p:nvGrpSpPr>
      <p:grpSpPr>
        <a:xfrm>
          <a:off x="0" y="0"/>
          <a:ext cx="0" cy="0"/>
          <a:chOff x="0" y="0"/>
          <a:chExt cx="0" cy="0"/>
        </a:xfrm>
      </p:grpSpPr>
      <p:sp>
        <p:nvSpPr>
          <p:cNvPr id="17" name="Google Shape;17;p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2"/>
          <p:cNvSpPr/>
          <p:nvPr/>
        </p:nvSpPr>
        <p:spPr>
          <a:xfrm>
            <a:off x="0" y="-28414"/>
            <a:ext cx="12192000" cy="1321437"/>
          </a:xfrm>
          <a:prstGeom prst="rect">
            <a:avLst/>
          </a:prstGeom>
          <a:solidFill>
            <a:srgbClr val="FAFAFA"/>
          </a:solidFill>
          <a:ln cap="flat" cmpd="sng" w="25400">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A blue background with white text and a white logo  AI-generated content may be incorrect." id="19" name="Google Shape;19;p2"/>
          <p:cNvPicPr preferRelativeResize="0"/>
          <p:nvPr/>
        </p:nvPicPr>
        <p:blipFill rotWithShape="1">
          <a:blip r:embed="rId2">
            <a:alphaModFix/>
          </a:blip>
          <a:srcRect b="0" l="-1" r="28388" t="0"/>
          <a:stretch/>
        </p:blipFill>
        <p:spPr>
          <a:xfrm>
            <a:off x="5422107" y="-30370"/>
            <a:ext cx="6777036" cy="6905800"/>
          </a:xfrm>
          <a:prstGeom prst="rect">
            <a:avLst/>
          </a:prstGeom>
          <a:noFill/>
          <a:ln>
            <a:noFill/>
          </a:ln>
        </p:spPr>
      </p:pic>
      <p:sp>
        <p:nvSpPr>
          <p:cNvPr id="20" name="Google Shape;20;p2"/>
          <p:cNvSpPr/>
          <p:nvPr/>
        </p:nvSpPr>
        <p:spPr>
          <a:xfrm rot="10800000">
            <a:off x="3610050" y="-47801"/>
            <a:ext cx="4562400" cy="6905800"/>
          </a:xfrm>
          <a:prstGeom prst="trapezoid">
            <a:avLst>
              <a:gd fmla="val 25000" name="adj"/>
            </a:avLst>
          </a:prstGeom>
          <a:solidFill>
            <a:srgbClr val="FAFAFA"/>
          </a:solidFill>
          <a:ln cap="flat" cmpd="sng" w="9525">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 name="Google Shape;21;p2"/>
          <p:cNvSpPr txBox="1"/>
          <p:nvPr>
            <p:ph type="ctrTitle"/>
          </p:nvPr>
        </p:nvSpPr>
        <p:spPr>
          <a:xfrm>
            <a:off x="400046" y="2064502"/>
            <a:ext cx="10363200" cy="97472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304D59"/>
              </a:buClr>
              <a:buSzPts val="3200"/>
              <a:buFont typeface="Fira Sans"/>
              <a:buNone/>
              <a:defRPr b="1">
                <a:solidFill>
                  <a:srgbClr val="304D5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subTitle"/>
          </p:nvPr>
        </p:nvSpPr>
        <p:spPr>
          <a:xfrm>
            <a:off x="400046" y="3819652"/>
            <a:ext cx="8534400" cy="670705"/>
          </a:xfrm>
          <a:prstGeom prst="rect">
            <a:avLst/>
          </a:prstGeom>
          <a:noFill/>
          <a:ln>
            <a:noFill/>
          </a:ln>
        </p:spPr>
        <p:txBody>
          <a:bodyPr anchorCtr="0" anchor="t" bIns="45700" lIns="91425" spcFirstLastPara="1" rIns="91425" wrap="square" tIns="45700">
            <a:normAutofit/>
          </a:bodyPr>
          <a:lstStyle>
            <a:lvl1pPr lvl="0" algn="l">
              <a:spcBef>
                <a:spcPts val="480"/>
              </a:spcBef>
              <a:spcAft>
                <a:spcPts val="0"/>
              </a:spcAft>
              <a:buClr>
                <a:srgbClr val="304D59"/>
              </a:buClr>
              <a:buSzPts val="2400"/>
              <a:buNone/>
              <a:defRPr sz="2400">
                <a:solidFill>
                  <a:srgbClr val="304D59"/>
                </a:solidFill>
                <a:latin typeface="Fira Sans"/>
                <a:ea typeface="Fira Sans"/>
                <a:cs typeface="Fira Sans"/>
                <a:sym typeface="Fira Sans"/>
              </a:defRPr>
            </a:lvl1pPr>
            <a:lvl2pPr lvl="1" algn="ctr">
              <a:spcBef>
                <a:spcPts val="400"/>
              </a:spcBef>
              <a:spcAft>
                <a:spcPts val="0"/>
              </a:spcAft>
              <a:buClr>
                <a:srgbClr val="888888"/>
              </a:buClr>
              <a:buSzPts val="20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3" name="Google Shape;23;p2"/>
          <p:cNvSpPr txBox="1"/>
          <p:nvPr/>
        </p:nvSpPr>
        <p:spPr>
          <a:xfrm>
            <a:off x="400046" y="4762548"/>
            <a:ext cx="2075717"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04D59"/>
              </a:buClr>
              <a:buSzPts val="2000"/>
              <a:buFont typeface="Arial"/>
              <a:buNone/>
            </a:pPr>
            <a:r>
              <a:rPr b="0" i="0" lang="en-US" sz="2000" u="none" cap="none" strike="noStrike">
                <a:solidFill>
                  <a:srgbClr val="304D59"/>
                </a:solidFill>
                <a:latin typeface="Fira Sans"/>
                <a:ea typeface="Fira Sans"/>
                <a:cs typeface="Fira Sans"/>
                <a:sym typeface="Fira Sans"/>
              </a:rPr>
              <a:t>02/26/26</a:t>
            </a:r>
            <a:endParaRPr/>
          </a:p>
        </p:txBody>
      </p:sp>
      <p:sp>
        <p:nvSpPr>
          <p:cNvPr id="24" name="Google Shape;24;p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3"/>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315F"/>
              </a:buClr>
              <a:buSzPts val="3200"/>
              <a:buFont typeface="Fira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
          <p:cNvSpPr txBox="1"/>
          <p:nvPr>
            <p:ph idx="1" type="body"/>
          </p:nvPr>
        </p:nvSpPr>
        <p:spPr>
          <a:xfrm>
            <a:off x="609600" y="1249680"/>
            <a:ext cx="10972800" cy="48600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243643"/>
              </a:buClr>
              <a:buSzPts val="2400"/>
              <a:buChar char="•"/>
              <a:defRPr sz="2400">
                <a:latin typeface="Fira Sans Light"/>
                <a:ea typeface="Fira Sans Light"/>
                <a:cs typeface="Fira Sans Light"/>
                <a:sym typeface="Fira Sans Light"/>
              </a:defRPr>
            </a:lvl1pPr>
            <a:lvl2pPr indent="-355600" lvl="1" marL="914400" algn="l">
              <a:spcBef>
                <a:spcPts val="400"/>
              </a:spcBef>
              <a:spcAft>
                <a:spcPts val="0"/>
              </a:spcAft>
              <a:buClr>
                <a:srgbClr val="243643"/>
              </a:buClr>
              <a:buSzPts val="2000"/>
              <a:buChar char="–"/>
              <a:defRPr sz="2000">
                <a:latin typeface="Fira Sans Light"/>
                <a:ea typeface="Fira Sans Light"/>
                <a:cs typeface="Fira Sans Light"/>
                <a:sym typeface="Fira Sans Light"/>
              </a:defRPr>
            </a:lvl2pPr>
            <a:lvl3pPr indent="-342900" lvl="2" marL="1371600" algn="l">
              <a:spcBef>
                <a:spcPts val="360"/>
              </a:spcBef>
              <a:spcAft>
                <a:spcPts val="0"/>
              </a:spcAft>
              <a:buClr>
                <a:srgbClr val="243643"/>
              </a:buClr>
              <a:buSzPts val="1800"/>
              <a:buChar char="•"/>
              <a:defRPr sz="1800">
                <a:latin typeface="Fira Sans Light"/>
                <a:ea typeface="Fira Sans Light"/>
                <a:cs typeface="Fira Sans Light"/>
                <a:sym typeface="Fira Sans Light"/>
              </a:defRPr>
            </a:lvl3pPr>
            <a:lvl4pPr indent="-330200" lvl="3" marL="1828800" algn="l">
              <a:spcBef>
                <a:spcPts val="320"/>
              </a:spcBef>
              <a:spcAft>
                <a:spcPts val="0"/>
              </a:spcAft>
              <a:buClr>
                <a:srgbClr val="243643"/>
              </a:buClr>
              <a:buSzPts val="1600"/>
              <a:buChar char="–"/>
              <a:defRPr sz="1600">
                <a:latin typeface="Fira Sans Light"/>
                <a:ea typeface="Fira Sans Light"/>
                <a:cs typeface="Fira Sans Light"/>
                <a:sym typeface="Fira Sans Light"/>
              </a:defRPr>
            </a:lvl4pPr>
            <a:lvl5pPr indent="-330200" lvl="4" marL="2286000" algn="l">
              <a:spcBef>
                <a:spcPts val="320"/>
              </a:spcBef>
              <a:spcAft>
                <a:spcPts val="0"/>
              </a:spcAft>
              <a:buClr>
                <a:srgbClr val="243643"/>
              </a:buClr>
              <a:buSzPts val="1600"/>
              <a:buChar char="»"/>
              <a:defRPr sz="1600">
                <a:latin typeface="Fira Sans Light"/>
                <a:ea typeface="Fira Sans Light"/>
                <a:cs typeface="Fira Sans Light"/>
                <a:sym typeface="Fira Sans Light"/>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2" name="Google Shape;32;p3"/>
          <p:cNvCxnSpPr/>
          <p:nvPr/>
        </p:nvCxnSpPr>
        <p:spPr>
          <a:xfrm>
            <a:off x="159543" y="6238268"/>
            <a:ext cx="11872913" cy="0"/>
          </a:xfrm>
          <a:prstGeom prst="straightConnector1">
            <a:avLst/>
          </a:prstGeom>
          <a:noFill/>
          <a:ln cap="flat" cmpd="sng" w="25400">
            <a:solidFill>
              <a:srgbClr val="00315F"/>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3" name="Shape 33"/>
        <p:cNvGrpSpPr/>
        <p:nvPr/>
      </p:nvGrpSpPr>
      <p:grpSpPr>
        <a:xfrm>
          <a:off x="0" y="0"/>
          <a:ext cx="0" cy="0"/>
          <a:chOff x="0" y="0"/>
          <a:chExt cx="0" cy="0"/>
        </a:xfrm>
      </p:grpSpPr>
      <p:sp>
        <p:nvSpPr>
          <p:cNvPr id="34" name="Google Shape;34;p4"/>
          <p:cNvSpPr txBox="1"/>
          <p:nvPr>
            <p:ph type="title"/>
          </p:nvPr>
        </p:nvSpPr>
        <p:spPr>
          <a:xfrm>
            <a:off x="609600" y="0"/>
            <a:ext cx="10972800" cy="88259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315F"/>
              </a:buClr>
              <a:buSzPts val="3200"/>
              <a:buFont typeface="Fira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
          <p:cNvSpPr txBox="1"/>
          <p:nvPr>
            <p:ph idx="1" type="body"/>
          </p:nvPr>
        </p:nvSpPr>
        <p:spPr>
          <a:xfrm>
            <a:off x="608400" y="1249200"/>
            <a:ext cx="5384800" cy="48600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23373B"/>
              </a:buClr>
              <a:buSzPts val="2400"/>
              <a:buChar char="•"/>
              <a:defRPr sz="2400">
                <a:solidFill>
                  <a:srgbClr val="23373B"/>
                </a:solidFill>
                <a:latin typeface="Fira Sans Light"/>
                <a:ea typeface="Fira Sans Light"/>
                <a:cs typeface="Fira Sans Light"/>
                <a:sym typeface="Fira Sans Light"/>
              </a:defRPr>
            </a:lvl1pPr>
            <a:lvl2pPr indent="-355600" lvl="1" marL="914400" algn="l">
              <a:spcBef>
                <a:spcPts val="400"/>
              </a:spcBef>
              <a:spcAft>
                <a:spcPts val="0"/>
              </a:spcAft>
              <a:buClr>
                <a:srgbClr val="243643"/>
              </a:buClr>
              <a:buSzPts val="2000"/>
              <a:buChar char="–"/>
              <a:defRPr sz="2000">
                <a:latin typeface="Fira Sans Light"/>
                <a:ea typeface="Fira Sans Light"/>
                <a:cs typeface="Fira Sans Light"/>
                <a:sym typeface="Fira Sans Light"/>
              </a:defRPr>
            </a:lvl2pPr>
            <a:lvl3pPr indent="-342900" lvl="2" marL="1371600" algn="l">
              <a:spcBef>
                <a:spcPts val="360"/>
              </a:spcBef>
              <a:spcAft>
                <a:spcPts val="0"/>
              </a:spcAft>
              <a:buClr>
                <a:srgbClr val="243643"/>
              </a:buClr>
              <a:buSzPts val="1800"/>
              <a:buChar char="•"/>
              <a:defRPr sz="1800">
                <a:latin typeface="Fira Sans Light"/>
                <a:ea typeface="Fira Sans Light"/>
                <a:cs typeface="Fira Sans Light"/>
                <a:sym typeface="Fira Sans Light"/>
              </a:defRPr>
            </a:lvl3pPr>
            <a:lvl4pPr indent="-330200" lvl="3" marL="1828800" algn="l">
              <a:spcBef>
                <a:spcPts val="320"/>
              </a:spcBef>
              <a:spcAft>
                <a:spcPts val="0"/>
              </a:spcAft>
              <a:buClr>
                <a:srgbClr val="243643"/>
              </a:buClr>
              <a:buSzPts val="1600"/>
              <a:buChar char="–"/>
              <a:defRPr sz="1600">
                <a:latin typeface="Fira Sans Light"/>
                <a:ea typeface="Fira Sans Light"/>
                <a:cs typeface="Fira Sans Light"/>
                <a:sym typeface="Fira Sans Light"/>
              </a:defRPr>
            </a:lvl4pPr>
            <a:lvl5pPr indent="-330200" lvl="4" marL="2286000" algn="l">
              <a:spcBef>
                <a:spcPts val="320"/>
              </a:spcBef>
              <a:spcAft>
                <a:spcPts val="0"/>
              </a:spcAft>
              <a:buClr>
                <a:srgbClr val="243643"/>
              </a:buClr>
              <a:buSzPts val="1600"/>
              <a:buChar char="»"/>
              <a:defRPr sz="1600">
                <a:latin typeface="Fira Sans Light"/>
                <a:ea typeface="Fira Sans Light"/>
                <a:cs typeface="Fira Sans Light"/>
                <a:sym typeface="Fira Sans Light"/>
              </a:defRPr>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
          <p:cNvSpPr txBox="1"/>
          <p:nvPr>
            <p:ph idx="2" type="body"/>
          </p:nvPr>
        </p:nvSpPr>
        <p:spPr>
          <a:xfrm>
            <a:off x="6197600" y="1249200"/>
            <a:ext cx="5384800" cy="48600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243643"/>
              </a:buClr>
              <a:buSzPts val="2400"/>
              <a:buChar char="•"/>
              <a:defRPr sz="2400">
                <a:latin typeface="Fira Sans Light"/>
                <a:ea typeface="Fira Sans Light"/>
                <a:cs typeface="Fira Sans Light"/>
                <a:sym typeface="Fira Sans Light"/>
              </a:defRPr>
            </a:lvl1pPr>
            <a:lvl2pPr indent="-355600" lvl="1" marL="914400" algn="l">
              <a:spcBef>
                <a:spcPts val="400"/>
              </a:spcBef>
              <a:spcAft>
                <a:spcPts val="0"/>
              </a:spcAft>
              <a:buClr>
                <a:srgbClr val="243643"/>
              </a:buClr>
              <a:buSzPts val="2000"/>
              <a:buChar char="–"/>
              <a:defRPr sz="2000">
                <a:latin typeface="Fira Sans Light"/>
                <a:ea typeface="Fira Sans Light"/>
                <a:cs typeface="Fira Sans Light"/>
                <a:sym typeface="Fira Sans Light"/>
              </a:defRPr>
            </a:lvl2pPr>
            <a:lvl3pPr indent="-342900" lvl="2" marL="1371600" algn="l">
              <a:spcBef>
                <a:spcPts val="360"/>
              </a:spcBef>
              <a:spcAft>
                <a:spcPts val="0"/>
              </a:spcAft>
              <a:buClr>
                <a:srgbClr val="243643"/>
              </a:buClr>
              <a:buSzPts val="1800"/>
              <a:buChar char="•"/>
              <a:defRPr sz="1800">
                <a:latin typeface="Fira Sans Light"/>
                <a:ea typeface="Fira Sans Light"/>
                <a:cs typeface="Fira Sans Light"/>
                <a:sym typeface="Fira Sans Light"/>
              </a:defRPr>
            </a:lvl3pPr>
            <a:lvl4pPr indent="-330200" lvl="3" marL="1828800" algn="l">
              <a:spcBef>
                <a:spcPts val="320"/>
              </a:spcBef>
              <a:spcAft>
                <a:spcPts val="0"/>
              </a:spcAft>
              <a:buClr>
                <a:srgbClr val="243643"/>
              </a:buClr>
              <a:buSzPts val="1600"/>
              <a:buChar char="–"/>
              <a:defRPr sz="1600">
                <a:latin typeface="Fira Sans Light"/>
                <a:ea typeface="Fira Sans Light"/>
                <a:cs typeface="Fira Sans Light"/>
                <a:sym typeface="Fira Sans Light"/>
              </a:defRPr>
            </a:lvl4pPr>
            <a:lvl5pPr indent="-330200" lvl="4" marL="2286000" algn="l">
              <a:spcBef>
                <a:spcPts val="320"/>
              </a:spcBef>
              <a:spcAft>
                <a:spcPts val="0"/>
              </a:spcAft>
              <a:buClr>
                <a:srgbClr val="243643"/>
              </a:buClr>
              <a:buSzPts val="1600"/>
              <a:buChar char="»"/>
              <a:defRPr sz="1600">
                <a:latin typeface="Fira Sans Light"/>
                <a:ea typeface="Fira Sans Light"/>
                <a:cs typeface="Fira Sans Light"/>
                <a:sym typeface="Fira Sans Light"/>
              </a:defRPr>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5"/>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3373B"/>
              </a:buClr>
              <a:buSzPts val="4000"/>
              <a:buFont typeface="Fira Sans"/>
              <a:buNone/>
              <a:defRPr b="1" sz="4000" cap="none">
                <a:solidFill>
                  <a:srgbClr val="23373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43" name="Google Shape;43;p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5"/>
          <p:cNvSpPr/>
          <p:nvPr/>
        </p:nvSpPr>
        <p:spPr>
          <a:xfrm>
            <a:off x="0" y="-28413"/>
            <a:ext cx="12192000" cy="974724"/>
          </a:xfrm>
          <a:prstGeom prst="rect">
            <a:avLst/>
          </a:prstGeom>
          <a:solidFill>
            <a:srgbClr val="FAFAFA"/>
          </a:solidFill>
          <a:ln cap="flat" cmpd="sng" w="25400">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inverted colors">
  <p:cSld name="Section header inverted colors">
    <p:bg>
      <p:bgPr>
        <a:solidFill>
          <a:srgbClr val="23373B"/>
        </a:solidFill>
      </p:bgPr>
    </p:bg>
    <p:spTree>
      <p:nvGrpSpPr>
        <p:cNvPr id="47" name="Shape 47"/>
        <p:cNvGrpSpPr/>
        <p:nvPr/>
      </p:nvGrpSpPr>
      <p:grpSpPr>
        <a:xfrm>
          <a:off x="0" y="0"/>
          <a:ext cx="0" cy="0"/>
          <a:chOff x="0" y="0"/>
          <a:chExt cx="0" cy="0"/>
        </a:xfrm>
      </p:grpSpPr>
      <p:sp>
        <p:nvSpPr>
          <p:cNvPr id="48" name="Google Shape;48;p6"/>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315F"/>
              </a:buClr>
              <a:buSzPts val="4000"/>
              <a:buFont typeface="Fira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6"/>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50" name="Google Shape;50;p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3" name="Google Shape;53;p6"/>
          <p:cNvSpPr/>
          <p:nvPr/>
        </p:nvSpPr>
        <p:spPr>
          <a:xfrm>
            <a:off x="0" y="-28413"/>
            <a:ext cx="12192000" cy="1500186"/>
          </a:xfrm>
          <a:prstGeom prst="rect">
            <a:avLst/>
          </a:prstGeom>
          <a:solidFill>
            <a:srgbClr val="2337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wo columns with two subtitles">
  <p:cSld name="title, two columns with two subtitles">
    <p:spTree>
      <p:nvGrpSpPr>
        <p:cNvPr id="54" name="Shape 54"/>
        <p:cNvGrpSpPr/>
        <p:nvPr/>
      </p:nvGrpSpPr>
      <p:grpSpPr>
        <a:xfrm>
          <a:off x="0" y="0"/>
          <a:ext cx="0" cy="0"/>
          <a:chOff x="0" y="0"/>
          <a:chExt cx="0" cy="0"/>
        </a:xfrm>
      </p:grpSpPr>
      <p:sp>
        <p:nvSpPr>
          <p:cNvPr id="55" name="Google Shape;55;p7"/>
          <p:cNvSpPr txBox="1"/>
          <p:nvPr>
            <p:ph idx="1" type="body"/>
          </p:nvPr>
        </p:nvSpPr>
        <p:spPr>
          <a:xfrm>
            <a:off x="609599" y="919716"/>
            <a:ext cx="53869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rgbClr val="243643"/>
              </a:buClr>
              <a:buSzPts val="2400"/>
              <a:buNone/>
              <a:defRPr b="1" sz="2400"/>
            </a:lvl1pPr>
            <a:lvl2pPr indent="-228600" lvl="1" marL="914400" algn="l">
              <a:spcBef>
                <a:spcPts val="400"/>
              </a:spcBef>
              <a:spcAft>
                <a:spcPts val="0"/>
              </a:spcAft>
              <a:buClr>
                <a:srgbClr val="243643"/>
              </a:buClr>
              <a:buSzPts val="2000"/>
              <a:buNone/>
              <a:defRPr b="1" sz="2000"/>
            </a:lvl2pPr>
            <a:lvl3pPr indent="-228600" lvl="2" marL="1371600" algn="l">
              <a:spcBef>
                <a:spcPts val="360"/>
              </a:spcBef>
              <a:spcAft>
                <a:spcPts val="0"/>
              </a:spcAft>
              <a:buClr>
                <a:srgbClr val="243643"/>
              </a:buClr>
              <a:buSzPts val="1800"/>
              <a:buNone/>
              <a:defRPr b="1" sz="1800"/>
            </a:lvl3pPr>
            <a:lvl4pPr indent="-228600" lvl="3" marL="1828800" algn="l">
              <a:spcBef>
                <a:spcPts val="320"/>
              </a:spcBef>
              <a:spcAft>
                <a:spcPts val="0"/>
              </a:spcAft>
              <a:buClr>
                <a:srgbClr val="243643"/>
              </a:buClr>
              <a:buSzPts val="1600"/>
              <a:buNone/>
              <a:defRPr b="1" sz="1600"/>
            </a:lvl4pPr>
            <a:lvl5pPr indent="-228600" lvl="4" marL="2286000" algn="l">
              <a:spcBef>
                <a:spcPts val="320"/>
              </a:spcBef>
              <a:spcAft>
                <a:spcPts val="0"/>
              </a:spcAft>
              <a:buClr>
                <a:srgbClr val="243643"/>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6" name="Google Shape;56;p7"/>
          <p:cNvSpPr txBox="1"/>
          <p:nvPr>
            <p:ph idx="2" type="body"/>
          </p:nvPr>
        </p:nvSpPr>
        <p:spPr>
          <a:xfrm>
            <a:off x="609600" y="1596599"/>
            <a:ext cx="5386917" cy="4529564"/>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243643"/>
              </a:buClr>
              <a:buSzPts val="2400"/>
              <a:buChar char="•"/>
              <a:defRPr sz="2400"/>
            </a:lvl1pPr>
            <a:lvl2pPr indent="-355600" lvl="1" marL="914400" algn="l">
              <a:spcBef>
                <a:spcPts val="400"/>
              </a:spcBef>
              <a:spcAft>
                <a:spcPts val="0"/>
              </a:spcAft>
              <a:buClr>
                <a:srgbClr val="243643"/>
              </a:buClr>
              <a:buSzPts val="2000"/>
              <a:buChar char="–"/>
              <a:defRPr sz="2000"/>
            </a:lvl2pPr>
            <a:lvl3pPr indent="-342900" lvl="2" marL="1371600" algn="l">
              <a:spcBef>
                <a:spcPts val="360"/>
              </a:spcBef>
              <a:spcAft>
                <a:spcPts val="0"/>
              </a:spcAft>
              <a:buClr>
                <a:srgbClr val="243643"/>
              </a:buClr>
              <a:buSzPts val="1800"/>
              <a:buChar char="•"/>
              <a:defRPr sz="1800"/>
            </a:lvl3pPr>
            <a:lvl4pPr indent="-330200" lvl="3" marL="1828800" algn="l">
              <a:spcBef>
                <a:spcPts val="320"/>
              </a:spcBef>
              <a:spcAft>
                <a:spcPts val="0"/>
              </a:spcAft>
              <a:buClr>
                <a:srgbClr val="243643"/>
              </a:buClr>
              <a:buSzPts val="1600"/>
              <a:buChar char="–"/>
              <a:defRPr sz="1600"/>
            </a:lvl4pPr>
            <a:lvl5pPr indent="-330200" lvl="4" marL="2286000" algn="l">
              <a:spcBef>
                <a:spcPts val="320"/>
              </a:spcBef>
              <a:spcAft>
                <a:spcPts val="0"/>
              </a:spcAft>
              <a:buClr>
                <a:srgbClr val="243643"/>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7" name="Google Shape;57;p7"/>
          <p:cNvSpPr txBox="1"/>
          <p:nvPr>
            <p:ph idx="3" type="body"/>
          </p:nvPr>
        </p:nvSpPr>
        <p:spPr>
          <a:xfrm>
            <a:off x="6193368" y="919716"/>
            <a:ext cx="538903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rgbClr val="243643"/>
              </a:buClr>
              <a:buSzPts val="2400"/>
              <a:buNone/>
              <a:defRPr b="1" sz="2400"/>
            </a:lvl1pPr>
            <a:lvl2pPr indent="-228600" lvl="1" marL="914400" algn="l">
              <a:spcBef>
                <a:spcPts val="400"/>
              </a:spcBef>
              <a:spcAft>
                <a:spcPts val="0"/>
              </a:spcAft>
              <a:buClr>
                <a:srgbClr val="243643"/>
              </a:buClr>
              <a:buSzPts val="2000"/>
              <a:buNone/>
              <a:defRPr b="1" sz="2000"/>
            </a:lvl2pPr>
            <a:lvl3pPr indent="-228600" lvl="2" marL="1371600" algn="l">
              <a:spcBef>
                <a:spcPts val="360"/>
              </a:spcBef>
              <a:spcAft>
                <a:spcPts val="0"/>
              </a:spcAft>
              <a:buClr>
                <a:srgbClr val="243643"/>
              </a:buClr>
              <a:buSzPts val="1800"/>
              <a:buNone/>
              <a:defRPr b="1" sz="1800"/>
            </a:lvl3pPr>
            <a:lvl4pPr indent="-228600" lvl="3" marL="1828800" algn="l">
              <a:spcBef>
                <a:spcPts val="320"/>
              </a:spcBef>
              <a:spcAft>
                <a:spcPts val="0"/>
              </a:spcAft>
              <a:buClr>
                <a:srgbClr val="243643"/>
              </a:buClr>
              <a:buSzPts val="1600"/>
              <a:buNone/>
              <a:defRPr b="1" sz="1600"/>
            </a:lvl4pPr>
            <a:lvl5pPr indent="-228600" lvl="4" marL="2286000" algn="l">
              <a:spcBef>
                <a:spcPts val="320"/>
              </a:spcBef>
              <a:spcAft>
                <a:spcPts val="0"/>
              </a:spcAft>
              <a:buClr>
                <a:srgbClr val="243643"/>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8" name="Google Shape;58;p7"/>
          <p:cNvSpPr txBox="1"/>
          <p:nvPr>
            <p:ph idx="4" type="body"/>
          </p:nvPr>
        </p:nvSpPr>
        <p:spPr>
          <a:xfrm>
            <a:off x="6193368" y="1596599"/>
            <a:ext cx="5389033" cy="4529564"/>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243643"/>
              </a:buClr>
              <a:buSzPts val="2400"/>
              <a:buChar char="•"/>
              <a:defRPr sz="2400"/>
            </a:lvl1pPr>
            <a:lvl2pPr indent="-355600" lvl="1" marL="914400" algn="l">
              <a:spcBef>
                <a:spcPts val="400"/>
              </a:spcBef>
              <a:spcAft>
                <a:spcPts val="0"/>
              </a:spcAft>
              <a:buClr>
                <a:srgbClr val="243643"/>
              </a:buClr>
              <a:buSzPts val="2000"/>
              <a:buChar char="–"/>
              <a:defRPr sz="2000"/>
            </a:lvl2pPr>
            <a:lvl3pPr indent="-342900" lvl="2" marL="1371600" algn="l">
              <a:spcBef>
                <a:spcPts val="360"/>
              </a:spcBef>
              <a:spcAft>
                <a:spcPts val="0"/>
              </a:spcAft>
              <a:buClr>
                <a:srgbClr val="243643"/>
              </a:buClr>
              <a:buSzPts val="1800"/>
              <a:buChar char="•"/>
              <a:defRPr sz="1800"/>
            </a:lvl3pPr>
            <a:lvl4pPr indent="-330200" lvl="3" marL="1828800" algn="l">
              <a:spcBef>
                <a:spcPts val="320"/>
              </a:spcBef>
              <a:spcAft>
                <a:spcPts val="0"/>
              </a:spcAft>
              <a:buClr>
                <a:srgbClr val="243643"/>
              </a:buClr>
              <a:buSzPts val="1600"/>
              <a:buChar char="–"/>
              <a:defRPr sz="1600"/>
            </a:lvl4pPr>
            <a:lvl5pPr indent="-330200" lvl="4" marL="2286000" algn="l">
              <a:spcBef>
                <a:spcPts val="320"/>
              </a:spcBef>
              <a:spcAft>
                <a:spcPts val="0"/>
              </a:spcAft>
              <a:buClr>
                <a:srgbClr val="243643"/>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9" name="Google Shape;59;p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2" name="Google Shape;62;p7"/>
          <p:cNvSpPr txBox="1"/>
          <p:nvPr>
            <p:ph type="title"/>
          </p:nvPr>
        </p:nvSpPr>
        <p:spPr>
          <a:xfrm>
            <a:off x="609600" y="-3658"/>
            <a:ext cx="10972800" cy="88625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315F"/>
              </a:buClr>
              <a:buSzPts val="3200"/>
              <a:buFont typeface="Fira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lumn and imagen with caption">
  <p:cSld name="Title, column and imagen with caption">
    <p:spTree>
      <p:nvGrpSpPr>
        <p:cNvPr id="63" name="Shape 63"/>
        <p:cNvGrpSpPr/>
        <p:nvPr/>
      </p:nvGrpSpPr>
      <p:grpSpPr>
        <a:xfrm>
          <a:off x="0" y="0"/>
          <a:ext cx="0" cy="0"/>
          <a:chOff x="0" y="0"/>
          <a:chExt cx="0" cy="0"/>
        </a:xfrm>
      </p:grpSpPr>
      <p:sp>
        <p:nvSpPr>
          <p:cNvPr id="64" name="Google Shape;64;p8"/>
          <p:cNvSpPr txBox="1"/>
          <p:nvPr>
            <p:ph idx="1" type="body"/>
          </p:nvPr>
        </p:nvSpPr>
        <p:spPr>
          <a:xfrm>
            <a:off x="609600" y="939802"/>
            <a:ext cx="4011084" cy="5208399"/>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243643"/>
              </a:buClr>
              <a:buSzPts val="1400"/>
              <a:buNone/>
              <a:defRPr sz="1400"/>
            </a:lvl1pPr>
            <a:lvl2pPr indent="-228600" lvl="1" marL="914400" algn="l">
              <a:spcBef>
                <a:spcPts val="240"/>
              </a:spcBef>
              <a:spcAft>
                <a:spcPts val="0"/>
              </a:spcAft>
              <a:buClr>
                <a:srgbClr val="243643"/>
              </a:buClr>
              <a:buSzPts val="1200"/>
              <a:buNone/>
              <a:defRPr sz="1200"/>
            </a:lvl2pPr>
            <a:lvl3pPr indent="-228600" lvl="2" marL="1371600" algn="l">
              <a:spcBef>
                <a:spcPts val="200"/>
              </a:spcBef>
              <a:spcAft>
                <a:spcPts val="0"/>
              </a:spcAft>
              <a:buClr>
                <a:srgbClr val="243643"/>
              </a:buClr>
              <a:buSzPts val="1000"/>
              <a:buNone/>
              <a:defRPr sz="1000"/>
            </a:lvl3pPr>
            <a:lvl4pPr indent="-228600" lvl="3" marL="1828800" algn="l">
              <a:spcBef>
                <a:spcPts val="180"/>
              </a:spcBef>
              <a:spcAft>
                <a:spcPts val="0"/>
              </a:spcAft>
              <a:buClr>
                <a:srgbClr val="243643"/>
              </a:buClr>
              <a:buSzPts val="900"/>
              <a:buNone/>
              <a:defRPr sz="900"/>
            </a:lvl4pPr>
            <a:lvl5pPr indent="-228600" lvl="4" marL="2286000" algn="l">
              <a:spcBef>
                <a:spcPts val="180"/>
              </a:spcBef>
              <a:spcAft>
                <a:spcPts val="0"/>
              </a:spcAft>
              <a:buClr>
                <a:srgbClr val="243643"/>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8" name="Google Shape;68;p8"/>
          <p:cNvSpPr txBox="1"/>
          <p:nvPr>
            <p:ph idx="2" type="body"/>
          </p:nvPr>
        </p:nvSpPr>
        <p:spPr>
          <a:xfrm>
            <a:off x="4773085" y="5193412"/>
            <a:ext cx="6809314" cy="93275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243643"/>
              </a:buClr>
              <a:buSzPts val="1400"/>
              <a:buNone/>
              <a:defRPr sz="1400"/>
            </a:lvl1pPr>
            <a:lvl2pPr indent="-228600" lvl="1" marL="914400" algn="l">
              <a:spcBef>
                <a:spcPts val="240"/>
              </a:spcBef>
              <a:spcAft>
                <a:spcPts val="0"/>
              </a:spcAft>
              <a:buClr>
                <a:srgbClr val="243643"/>
              </a:buClr>
              <a:buSzPts val="1200"/>
              <a:buNone/>
              <a:defRPr sz="1200"/>
            </a:lvl2pPr>
            <a:lvl3pPr indent="-228600" lvl="2" marL="1371600" algn="l">
              <a:spcBef>
                <a:spcPts val="200"/>
              </a:spcBef>
              <a:spcAft>
                <a:spcPts val="0"/>
              </a:spcAft>
              <a:buClr>
                <a:srgbClr val="243643"/>
              </a:buClr>
              <a:buSzPts val="1000"/>
              <a:buNone/>
              <a:defRPr sz="1000"/>
            </a:lvl3pPr>
            <a:lvl4pPr indent="-228600" lvl="3" marL="1828800" algn="l">
              <a:spcBef>
                <a:spcPts val="180"/>
              </a:spcBef>
              <a:spcAft>
                <a:spcPts val="0"/>
              </a:spcAft>
              <a:buClr>
                <a:srgbClr val="243643"/>
              </a:buClr>
              <a:buSzPts val="900"/>
              <a:buNone/>
              <a:defRPr sz="900"/>
            </a:lvl4pPr>
            <a:lvl5pPr indent="-228600" lvl="4" marL="2286000" algn="l">
              <a:spcBef>
                <a:spcPts val="180"/>
              </a:spcBef>
              <a:spcAft>
                <a:spcPts val="0"/>
              </a:spcAft>
              <a:buClr>
                <a:srgbClr val="243643"/>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8"/>
          <p:cNvSpPr txBox="1"/>
          <p:nvPr>
            <p:ph type="title"/>
          </p:nvPr>
        </p:nvSpPr>
        <p:spPr>
          <a:xfrm>
            <a:off x="609600" y="-3658"/>
            <a:ext cx="10972800" cy="88625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315F"/>
              </a:buClr>
              <a:buSzPts val="3200"/>
              <a:buFont typeface="Fira Sans"/>
              <a:buNone/>
              <a:defRPr u="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8"/>
          <p:cNvSpPr/>
          <p:nvPr>
            <p:ph idx="3" type="pic"/>
          </p:nvPr>
        </p:nvSpPr>
        <p:spPr>
          <a:xfrm>
            <a:off x="4773085" y="949968"/>
            <a:ext cx="6809315" cy="4176069"/>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title and subtitle">
    <p:spTree>
      <p:nvGrpSpPr>
        <p:cNvPr id="71" name="Shape 71"/>
        <p:cNvGrpSpPr/>
        <p:nvPr/>
      </p:nvGrpSpPr>
      <p:grpSpPr>
        <a:xfrm>
          <a:off x="0" y="0"/>
          <a:ext cx="0" cy="0"/>
          <a:chOff x="0" y="0"/>
          <a:chExt cx="0" cy="0"/>
        </a:xfrm>
      </p:grpSpPr>
      <p:sp>
        <p:nvSpPr>
          <p:cNvPr id="72" name="Google Shape;72;p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5" name="Google Shape;75;p9"/>
          <p:cNvSpPr txBox="1"/>
          <p:nvPr>
            <p:ph type="title"/>
          </p:nvPr>
        </p:nvSpPr>
        <p:spPr>
          <a:xfrm>
            <a:off x="609600" y="-3658"/>
            <a:ext cx="10972800" cy="88625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315F"/>
              </a:buClr>
              <a:buSzPts val="3200"/>
              <a:buFont typeface="Fira Sans"/>
              <a:buNone/>
              <a:defRPr u="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9"/>
          <p:cNvSpPr txBox="1"/>
          <p:nvPr>
            <p:ph idx="1" type="body"/>
          </p:nvPr>
        </p:nvSpPr>
        <p:spPr>
          <a:xfrm>
            <a:off x="614743" y="929959"/>
            <a:ext cx="10967656"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rgbClr val="243643"/>
              </a:buClr>
              <a:buSzPts val="2400"/>
              <a:buNone/>
              <a:defRPr b="1" sz="2400"/>
            </a:lvl1pPr>
            <a:lvl2pPr indent="-228600" lvl="1" marL="914400" algn="l">
              <a:spcBef>
                <a:spcPts val="400"/>
              </a:spcBef>
              <a:spcAft>
                <a:spcPts val="0"/>
              </a:spcAft>
              <a:buClr>
                <a:srgbClr val="243643"/>
              </a:buClr>
              <a:buSzPts val="2000"/>
              <a:buNone/>
              <a:defRPr b="1" sz="2000"/>
            </a:lvl2pPr>
            <a:lvl3pPr indent="-228600" lvl="2" marL="1371600" algn="l">
              <a:spcBef>
                <a:spcPts val="360"/>
              </a:spcBef>
              <a:spcAft>
                <a:spcPts val="0"/>
              </a:spcAft>
              <a:buClr>
                <a:srgbClr val="243643"/>
              </a:buClr>
              <a:buSzPts val="1800"/>
              <a:buNone/>
              <a:defRPr b="1" sz="1800"/>
            </a:lvl3pPr>
            <a:lvl4pPr indent="-228600" lvl="3" marL="1828800" algn="l">
              <a:spcBef>
                <a:spcPts val="320"/>
              </a:spcBef>
              <a:spcAft>
                <a:spcPts val="0"/>
              </a:spcAft>
              <a:buClr>
                <a:srgbClr val="243643"/>
              </a:buClr>
              <a:buSzPts val="1600"/>
              <a:buNone/>
              <a:defRPr b="1" sz="1600"/>
            </a:lvl4pPr>
            <a:lvl5pPr indent="-228600" lvl="4" marL="2286000" algn="l">
              <a:spcBef>
                <a:spcPts val="320"/>
              </a:spcBef>
              <a:spcAft>
                <a:spcPts val="0"/>
              </a:spcAft>
              <a:buClr>
                <a:srgbClr val="243643"/>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77" name="Google Shape;77;p9"/>
          <p:cNvSpPr txBox="1"/>
          <p:nvPr>
            <p:ph idx="2" type="body"/>
          </p:nvPr>
        </p:nvSpPr>
        <p:spPr>
          <a:xfrm>
            <a:off x="609600" y="1617085"/>
            <a:ext cx="10972799" cy="4488978"/>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243643"/>
              </a:buClr>
              <a:buSzPts val="1400"/>
              <a:buNone/>
              <a:defRPr sz="1400"/>
            </a:lvl1pPr>
            <a:lvl2pPr indent="-228600" lvl="1" marL="914400" algn="l">
              <a:spcBef>
                <a:spcPts val="240"/>
              </a:spcBef>
              <a:spcAft>
                <a:spcPts val="0"/>
              </a:spcAft>
              <a:buClr>
                <a:srgbClr val="243643"/>
              </a:buClr>
              <a:buSzPts val="1200"/>
              <a:buNone/>
              <a:defRPr sz="1200"/>
            </a:lvl2pPr>
            <a:lvl3pPr indent="-228600" lvl="2" marL="1371600" algn="l">
              <a:spcBef>
                <a:spcPts val="200"/>
              </a:spcBef>
              <a:spcAft>
                <a:spcPts val="0"/>
              </a:spcAft>
              <a:buClr>
                <a:srgbClr val="243643"/>
              </a:buClr>
              <a:buSzPts val="1000"/>
              <a:buNone/>
              <a:defRPr sz="1000"/>
            </a:lvl3pPr>
            <a:lvl4pPr indent="-228600" lvl="3" marL="1828800" algn="l">
              <a:spcBef>
                <a:spcPts val="180"/>
              </a:spcBef>
              <a:spcAft>
                <a:spcPts val="0"/>
              </a:spcAft>
              <a:buClr>
                <a:srgbClr val="243643"/>
              </a:buClr>
              <a:buSzPts val="900"/>
              <a:buNone/>
              <a:defRPr sz="900"/>
            </a:lvl4pPr>
            <a:lvl5pPr indent="-228600" lvl="4" marL="2286000" algn="l">
              <a:spcBef>
                <a:spcPts val="180"/>
              </a:spcBef>
              <a:spcAft>
                <a:spcPts val="0"/>
              </a:spcAft>
              <a:buClr>
                <a:srgbClr val="243643"/>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two columns">
  <p:cSld name="title, subtitle two columns">
    <p:spTree>
      <p:nvGrpSpPr>
        <p:cNvPr id="78" name="Shape 78"/>
        <p:cNvGrpSpPr/>
        <p:nvPr/>
      </p:nvGrpSpPr>
      <p:grpSpPr>
        <a:xfrm>
          <a:off x="0" y="0"/>
          <a:ext cx="0" cy="0"/>
          <a:chOff x="0" y="0"/>
          <a:chExt cx="0" cy="0"/>
        </a:xfrm>
      </p:grpSpPr>
      <p:sp>
        <p:nvSpPr>
          <p:cNvPr id="79" name="Google Shape;79;p1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2" name="Google Shape;82;p10"/>
          <p:cNvSpPr txBox="1"/>
          <p:nvPr>
            <p:ph type="title"/>
          </p:nvPr>
        </p:nvSpPr>
        <p:spPr>
          <a:xfrm>
            <a:off x="609600" y="-3658"/>
            <a:ext cx="10972800" cy="88625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315F"/>
              </a:buClr>
              <a:buSzPts val="3200"/>
              <a:buFont typeface="Fira Sans"/>
              <a:buNone/>
              <a:defRPr u="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0"/>
          <p:cNvSpPr txBox="1"/>
          <p:nvPr>
            <p:ph idx="1" type="body"/>
          </p:nvPr>
        </p:nvSpPr>
        <p:spPr>
          <a:xfrm>
            <a:off x="614743" y="929959"/>
            <a:ext cx="10967656"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rgbClr val="243643"/>
              </a:buClr>
              <a:buSzPts val="2400"/>
              <a:buNone/>
              <a:defRPr b="1" sz="2400"/>
            </a:lvl1pPr>
            <a:lvl2pPr indent="-228600" lvl="1" marL="914400" algn="l">
              <a:spcBef>
                <a:spcPts val="400"/>
              </a:spcBef>
              <a:spcAft>
                <a:spcPts val="0"/>
              </a:spcAft>
              <a:buClr>
                <a:srgbClr val="243643"/>
              </a:buClr>
              <a:buSzPts val="2000"/>
              <a:buNone/>
              <a:defRPr b="1" sz="2000"/>
            </a:lvl2pPr>
            <a:lvl3pPr indent="-228600" lvl="2" marL="1371600" algn="l">
              <a:spcBef>
                <a:spcPts val="360"/>
              </a:spcBef>
              <a:spcAft>
                <a:spcPts val="0"/>
              </a:spcAft>
              <a:buClr>
                <a:srgbClr val="243643"/>
              </a:buClr>
              <a:buSzPts val="1800"/>
              <a:buNone/>
              <a:defRPr b="1" sz="1800"/>
            </a:lvl3pPr>
            <a:lvl4pPr indent="-228600" lvl="3" marL="1828800" algn="l">
              <a:spcBef>
                <a:spcPts val="320"/>
              </a:spcBef>
              <a:spcAft>
                <a:spcPts val="0"/>
              </a:spcAft>
              <a:buClr>
                <a:srgbClr val="243643"/>
              </a:buClr>
              <a:buSzPts val="1600"/>
              <a:buNone/>
              <a:defRPr b="1" sz="1600"/>
            </a:lvl4pPr>
            <a:lvl5pPr indent="-228600" lvl="4" marL="2286000" algn="l">
              <a:spcBef>
                <a:spcPts val="320"/>
              </a:spcBef>
              <a:spcAft>
                <a:spcPts val="0"/>
              </a:spcAft>
              <a:buClr>
                <a:srgbClr val="243643"/>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4" name="Google Shape;84;p10"/>
          <p:cNvSpPr txBox="1"/>
          <p:nvPr>
            <p:ph idx="2" type="body"/>
          </p:nvPr>
        </p:nvSpPr>
        <p:spPr>
          <a:xfrm>
            <a:off x="609599" y="1617085"/>
            <a:ext cx="5408022" cy="4502419"/>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243643"/>
              </a:buClr>
              <a:buSzPts val="1400"/>
              <a:buNone/>
              <a:defRPr sz="1400"/>
            </a:lvl1pPr>
            <a:lvl2pPr indent="-228600" lvl="1" marL="914400" algn="l">
              <a:spcBef>
                <a:spcPts val="240"/>
              </a:spcBef>
              <a:spcAft>
                <a:spcPts val="0"/>
              </a:spcAft>
              <a:buClr>
                <a:srgbClr val="243643"/>
              </a:buClr>
              <a:buSzPts val="1200"/>
              <a:buNone/>
              <a:defRPr sz="1200"/>
            </a:lvl2pPr>
            <a:lvl3pPr indent="-228600" lvl="2" marL="1371600" algn="l">
              <a:spcBef>
                <a:spcPts val="200"/>
              </a:spcBef>
              <a:spcAft>
                <a:spcPts val="0"/>
              </a:spcAft>
              <a:buClr>
                <a:srgbClr val="243643"/>
              </a:buClr>
              <a:buSzPts val="1000"/>
              <a:buNone/>
              <a:defRPr sz="1000"/>
            </a:lvl3pPr>
            <a:lvl4pPr indent="-228600" lvl="3" marL="1828800" algn="l">
              <a:spcBef>
                <a:spcPts val="180"/>
              </a:spcBef>
              <a:spcAft>
                <a:spcPts val="0"/>
              </a:spcAft>
              <a:buClr>
                <a:srgbClr val="243643"/>
              </a:buClr>
              <a:buSzPts val="900"/>
              <a:buNone/>
              <a:defRPr sz="900"/>
            </a:lvl4pPr>
            <a:lvl5pPr indent="-228600" lvl="4" marL="2286000" algn="l">
              <a:spcBef>
                <a:spcPts val="180"/>
              </a:spcBef>
              <a:spcAft>
                <a:spcPts val="0"/>
              </a:spcAft>
              <a:buClr>
                <a:srgbClr val="243643"/>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5" name="Google Shape;85;p10"/>
          <p:cNvSpPr txBox="1"/>
          <p:nvPr>
            <p:ph idx="3" type="body"/>
          </p:nvPr>
        </p:nvSpPr>
        <p:spPr>
          <a:xfrm>
            <a:off x="6174379" y="1617085"/>
            <a:ext cx="5408022" cy="4488978"/>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243643"/>
              </a:buClr>
              <a:buSzPts val="1400"/>
              <a:buNone/>
              <a:defRPr sz="1400"/>
            </a:lvl1pPr>
            <a:lvl2pPr indent="-228600" lvl="1" marL="914400" algn="l">
              <a:spcBef>
                <a:spcPts val="240"/>
              </a:spcBef>
              <a:spcAft>
                <a:spcPts val="0"/>
              </a:spcAft>
              <a:buClr>
                <a:srgbClr val="243643"/>
              </a:buClr>
              <a:buSzPts val="1200"/>
              <a:buNone/>
              <a:defRPr sz="1200"/>
            </a:lvl2pPr>
            <a:lvl3pPr indent="-228600" lvl="2" marL="1371600" algn="l">
              <a:spcBef>
                <a:spcPts val="200"/>
              </a:spcBef>
              <a:spcAft>
                <a:spcPts val="0"/>
              </a:spcAft>
              <a:buClr>
                <a:srgbClr val="243643"/>
              </a:buClr>
              <a:buSzPts val="1000"/>
              <a:buNone/>
              <a:defRPr sz="1000"/>
            </a:lvl3pPr>
            <a:lvl4pPr indent="-228600" lvl="3" marL="1828800" algn="l">
              <a:spcBef>
                <a:spcPts val="180"/>
              </a:spcBef>
              <a:spcAft>
                <a:spcPts val="0"/>
              </a:spcAft>
              <a:buClr>
                <a:srgbClr val="243643"/>
              </a:buClr>
              <a:buSzPts val="900"/>
              <a:buNone/>
              <a:defRPr sz="900"/>
            </a:lvl4pPr>
            <a:lvl5pPr indent="-228600" lvl="4" marL="2286000" algn="l">
              <a:spcBef>
                <a:spcPts val="180"/>
              </a:spcBef>
              <a:spcAft>
                <a:spcPts val="0"/>
              </a:spcAft>
              <a:buClr>
                <a:srgbClr val="243643"/>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86" name="Shape 86"/>
        <p:cNvGrpSpPr/>
        <p:nvPr/>
      </p:nvGrpSpPr>
      <p:grpSpPr>
        <a:xfrm>
          <a:off x="0" y="0"/>
          <a:ext cx="0" cy="0"/>
          <a:chOff x="0" y="0"/>
          <a:chExt cx="0" cy="0"/>
        </a:xfrm>
      </p:grpSpPr>
      <p:sp>
        <p:nvSpPr>
          <p:cNvPr id="87" name="Google Shape;87;p11"/>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rgbClr val="243643"/>
              </a:buClr>
              <a:buSzPts val="1400"/>
              <a:buNone/>
              <a:defRPr sz="1400"/>
            </a:lvl1pPr>
            <a:lvl2pPr indent="-228600" lvl="1" marL="914400" algn="l">
              <a:spcBef>
                <a:spcPts val="240"/>
              </a:spcBef>
              <a:spcAft>
                <a:spcPts val="0"/>
              </a:spcAft>
              <a:buClr>
                <a:srgbClr val="243643"/>
              </a:buClr>
              <a:buSzPts val="1200"/>
              <a:buNone/>
              <a:defRPr sz="1200"/>
            </a:lvl2pPr>
            <a:lvl3pPr indent="-228600" lvl="2" marL="1371600" algn="l">
              <a:spcBef>
                <a:spcPts val="200"/>
              </a:spcBef>
              <a:spcAft>
                <a:spcPts val="0"/>
              </a:spcAft>
              <a:buClr>
                <a:srgbClr val="243643"/>
              </a:buClr>
              <a:buSzPts val="1000"/>
              <a:buNone/>
              <a:defRPr sz="1000"/>
            </a:lvl3pPr>
            <a:lvl4pPr indent="-228600" lvl="3" marL="1828800" algn="l">
              <a:spcBef>
                <a:spcPts val="180"/>
              </a:spcBef>
              <a:spcAft>
                <a:spcPts val="0"/>
              </a:spcAft>
              <a:buClr>
                <a:srgbClr val="243643"/>
              </a:buClr>
              <a:buSzPts val="900"/>
              <a:buNone/>
              <a:defRPr sz="900"/>
            </a:lvl4pPr>
            <a:lvl5pPr indent="-228600" lvl="4" marL="2286000" algn="l">
              <a:spcBef>
                <a:spcPts val="180"/>
              </a:spcBef>
              <a:spcAft>
                <a:spcPts val="0"/>
              </a:spcAft>
              <a:buClr>
                <a:srgbClr val="243643"/>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8" name="Google Shape;88;p1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1" name="Google Shape;91;p11"/>
          <p:cNvSpPr/>
          <p:nvPr/>
        </p:nvSpPr>
        <p:spPr>
          <a:xfrm>
            <a:off x="0" y="0"/>
            <a:ext cx="12192000" cy="949569"/>
          </a:xfrm>
          <a:prstGeom prst="rect">
            <a:avLst/>
          </a:prstGeom>
          <a:solidFill>
            <a:srgbClr val="FAFAFA"/>
          </a:solidFill>
          <a:ln cap="flat" cmpd="sng" w="25400">
            <a:solidFill>
              <a:srgbClr val="FAFAF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11"/>
          <p:cNvSpPr/>
          <p:nvPr>
            <p:ph idx="2" type="pic"/>
          </p:nvPr>
        </p:nvSpPr>
        <p:spPr>
          <a:xfrm>
            <a:off x="2389717" y="612774"/>
            <a:ext cx="7315200" cy="4680585"/>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p:cSld name="Only title">
    <p:spTree>
      <p:nvGrpSpPr>
        <p:cNvPr id="93" name="Shape 93"/>
        <p:cNvGrpSpPr/>
        <p:nvPr/>
      </p:nvGrpSpPr>
      <p:grpSpPr>
        <a:xfrm>
          <a:off x="0" y="0"/>
          <a:ext cx="0" cy="0"/>
          <a:chOff x="0" y="0"/>
          <a:chExt cx="0" cy="0"/>
        </a:xfrm>
      </p:grpSpPr>
      <p:sp>
        <p:nvSpPr>
          <p:cNvPr id="94" name="Google Shape;94;p1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7" name="Google Shape;97;p12"/>
          <p:cNvSpPr txBox="1"/>
          <p:nvPr>
            <p:ph type="title"/>
          </p:nvPr>
        </p:nvSpPr>
        <p:spPr>
          <a:xfrm>
            <a:off x="609600" y="-3658"/>
            <a:ext cx="10972800" cy="88625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315F"/>
              </a:buClr>
              <a:buSzPts val="3200"/>
              <a:buFont typeface="Fira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ean slide" type="blank">
  <p:cSld name="BLANK">
    <p:spTree>
      <p:nvGrpSpPr>
        <p:cNvPr id="98" name="Shape 98"/>
        <p:cNvGrpSpPr/>
        <p:nvPr/>
      </p:nvGrpSpPr>
      <p:grpSpPr>
        <a:xfrm>
          <a:off x="0" y="0"/>
          <a:ext cx="0" cy="0"/>
          <a:chOff x="0" y="0"/>
          <a:chExt cx="0" cy="0"/>
        </a:xfrm>
      </p:grpSpPr>
      <p:sp>
        <p:nvSpPr>
          <p:cNvPr id="99" name="Google Shape;99;p1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 name="Shape 9"/>
        <p:cNvGrpSpPr/>
        <p:nvPr/>
      </p:nvGrpSpPr>
      <p:grpSpPr>
        <a:xfrm>
          <a:off x="0" y="0"/>
          <a:ext cx="0" cy="0"/>
          <a:chOff x="0" y="0"/>
          <a:chExt cx="0" cy="0"/>
        </a:xfrm>
      </p:grpSpPr>
      <p:sp>
        <p:nvSpPr>
          <p:cNvPr id="10" name="Google Shape;10;p1"/>
          <p:cNvSpPr txBox="1"/>
          <p:nvPr>
            <p:ph idx="1" type="body"/>
          </p:nvPr>
        </p:nvSpPr>
        <p:spPr>
          <a:xfrm>
            <a:off x="609600" y="1463041"/>
            <a:ext cx="10972800" cy="4663124"/>
          </a:xfrm>
          <a:prstGeom prst="rect">
            <a:avLst/>
          </a:prstGeom>
          <a:noFill/>
          <a:ln>
            <a:noFill/>
          </a:ln>
        </p:spPr>
        <p:txBody>
          <a:bodyPr anchorCtr="0" anchor="t" bIns="45700" lIns="91425" spcFirstLastPara="1" rIns="91425" wrap="square" tIns="45700">
            <a:normAutofit/>
          </a:bodyPr>
          <a:lstStyle>
            <a:lvl1pPr indent="-381000" lvl="0" marL="457200" marR="0" rtl="0" algn="l">
              <a:spcBef>
                <a:spcPts val="480"/>
              </a:spcBef>
              <a:spcAft>
                <a:spcPts val="0"/>
              </a:spcAft>
              <a:buClr>
                <a:srgbClr val="243643"/>
              </a:buClr>
              <a:buSzPts val="2400"/>
              <a:buFont typeface="Arial"/>
              <a:buChar char="•"/>
              <a:defRPr b="0" i="0" sz="2400" u="none" cap="none" strike="noStrike">
                <a:solidFill>
                  <a:srgbClr val="243643"/>
                </a:solidFill>
                <a:latin typeface="Fira Sans"/>
                <a:ea typeface="Fira Sans"/>
                <a:cs typeface="Fira Sans"/>
                <a:sym typeface="Fira Sans"/>
              </a:defRPr>
            </a:lvl1pPr>
            <a:lvl2pPr indent="-355600" lvl="1" marL="914400" marR="0" rtl="0" algn="l">
              <a:spcBef>
                <a:spcPts val="400"/>
              </a:spcBef>
              <a:spcAft>
                <a:spcPts val="0"/>
              </a:spcAft>
              <a:buClr>
                <a:srgbClr val="243643"/>
              </a:buClr>
              <a:buSzPts val="2000"/>
              <a:buFont typeface="Arial"/>
              <a:buChar char="–"/>
              <a:defRPr b="0" i="0" sz="2000" u="none" cap="none" strike="noStrike">
                <a:solidFill>
                  <a:srgbClr val="243643"/>
                </a:solidFill>
                <a:latin typeface="Fira Sans"/>
                <a:ea typeface="Fira Sans"/>
                <a:cs typeface="Fira Sans"/>
                <a:sym typeface="Fira Sans"/>
              </a:defRPr>
            </a:lvl2pPr>
            <a:lvl3pPr indent="-342900" lvl="2" marL="1371600" marR="0" rtl="0" algn="l">
              <a:spcBef>
                <a:spcPts val="360"/>
              </a:spcBef>
              <a:spcAft>
                <a:spcPts val="0"/>
              </a:spcAft>
              <a:buClr>
                <a:srgbClr val="243643"/>
              </a:buClr>
              <a:buSzPts val="1800"/>
              <a:buFont typeface="Arial"/>
              <a:buChar char="•"/>
              <a:defRPr b="0" i="0" sz="1800" u="none" cap="none" strike="noStrike">
                <a:solidFill>
                  <a:srgbClr val="243643"/>
                </a:solidFill>
                <a:latin typeface="Fira Sans"/>
                <a:ea typeface="Fira Sans"/>
                <a:cs typeface="Fira Sans"/>
                <a:sym typeface="Fira Sans"/>
              </a:defRPr>
            </a:lvl3pPr>
            <a:lvl4pPr indent="-330200" lvl="3" marL="1828800" marR="0" rtl="0" algn="l">
              <a:spcBef>
                <a:spcPts val="320"/>
              </a:spcBef>
              <a:spcAft>
                <a:spcPts val="0"/>
              </a:spcAft>
              <a:buClr>
                <a:srgbClr val="243643"/>
              </a:buClr>
              <a:buSzPts val="1600"/>
              <a:buFont typeface="Arial"/>
              <a:buChar char="–"/>
              <a:defRPr b="0" i="0" sz="1600" u="none" cap="none" strike="noStrike">
                <a:solidFill>
                  <a:srgbClr val="243643"/>
                </a:solidFill>
                <a:latin typeface="Fira Sans"/>
                <a:ea typeface="Fira Sans"/>
                <a:cs typeface="Fira Sans"/>
                <a:sym typeface="Fira Sans"/>
              </a:defRPr>
            </a:lvl4pPr>
            <a:lvl5pPr indent="-330200" lvl="4" marL="2286000" marR="0" rtl="0" algn="l">
              <a:spcBef>
                <a:spcPts val="320"/>
              </a:spcBef>
              <a:spcAft>
                <a:spcPts val="0"/>
              </a:spcAft>
              <a:buClr>
                <a:srgbClr val="243643"/>
              </a:buClr>
              <a:buSzPts val="1600"/>
              <a:buFont typeface="Arial"/>
              <a:buChar char="»"/>
              <a:defRPr b="0" i="0" sz="1600" u="none" cap="none" strike="noStrike">
                <a:solidFill>
                  <a:srgbClr val="243643"/>
                </a:solidFill>
                <a:latin typeface="Fira Sans"/>
                <a:ea typeface="Fira Sans"/>
                <a:cs typeface="Fira Sans"/>
                <a:sym typeface="Fira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1" name="Google Shape;11;p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1"/>
          <p:cNvSpPr txBox="1"/>
          <p:nvPr>
            <p:ph type="title"/>
          </p:nvPr>
        </p:nvSpPr>
        <p:spPr>
          <a:xfrm>
            <a:off x="2171700" y="109150"/>
            <a:ext cx="9410700" cy="892299"/>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00315F"/>
              </a:buClr>
              <a:buSzPts val="3200"/>
              <a:buFont typeface="Fira Sans"/>
              <a:buNone/>
              <a:defRPr b="0" i="0" sz="3200" u="none" cap="none" strike="noStrike">
                <a:solidFill>
                  <a:srgbClr val="00315F"/>
                </a:solidFill>
                <a:latin typeface="Fira Sans"/>
                <a:ea typeface="Fira Sans"/>
                <a:cs typeface="Fira Sans"/>
                <a:sym typeface="Fir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descr="A blue background with white text and a white circle  AI-generated content may be incorrect." id="15" name="Google Shape;15;p1"/>
          <p:cNvPicPr preferRelativeResize="0"/>
          <p:nvPr/>
        </p:nvPicPr>
        <p:blipFill rotWithShape="1">
          <a:blip r:embed="rId1">
            <a:alphaModFix/>
          </a:blip>
          <a:srcRect b="0" l="0" r="0" t="0"/>
          <a:stretch/>
        </p:blipFill>
        <p:spPr>
          <a:xfrm>
            <a:off x="609600" y="0"/>
            <a:ext cx="1421599" cy="12160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8.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13.png"/><Relationship Id="rId7"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4"/>
          <p:cNvSpPr txBox="1"/>
          <p:nvPr>
            <p:ph type="ctrTitle"/>
          </p:nvPr>
        </p:nvSpPr>
        <p:spPr>
          <a:xfrm>
            <a:off x="457200" y="2371725"/>
            <a:ext cx="7029450" cy="1317329"/>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304D59"/>
              </a:buClr>
              <a:buSzPts val="6000"/>
              <a:buFont typeface="Fira Sans"/>
              <a:buNone/>
            </a:pPr>
            <a:r>
              <a:rPr lang="en-US" sz="6000"/>
              <a:t>Hadron PID with AI</a:t>
            </a:r>
            <a:endParaRPr sz="6000"/>
          </a:p>
        </p:txBody>
      </p:sp>
      <p:sp>
        <p:nvSpPr>
          <p:cNvPr id="108" name="Google Shape;108;p14"/>
          <p:cNvSpPr txBox="1"/>
          <p:nvPr>
            <p:ph idx="1" type="subTitle"/>
          </p:nvPr>
        </p:nvSpPr>
        <p:spPr>
          <a:xfrm>
            <a:off x="457200" y="4069887"/>
            <a:ext cx="8534400" cy="67612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304D59"/>
              </a:buClr>
              <a:buSzPts val="2400"/>
              <a:buNone/>
            </a:pPr>
            <a:r>
              <a:rPr lang="en-US"/>
              <a:t>Mathieu Ouillon (Mississippi State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Hadron identification</a:t>
            </a:r>
            <a:endParaRPr/>
          </a:p>
        </p:txBody>
      </p:sp>
      <p:sp>
        <p:nvSpPr>
          <p:cNvPr id="114" name="Google Shape;114;p15"/>
          <p:cNvSpPr txBox="1"/>
          <p:nvPr>
            <p:ph idx="1" type="body"/>
          </p:nvPr>
        </p:nvSpPr>
        <p:spPr>
          <a:xfrm>
            <a:off x="609600" y="1249680"/>
            <a:ext cx="10972800" cy="473808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43643"/>
              </a:buClr>
              <a:buSzPts val="2400"/>
              <a:buChar char="•"/>
            </a:pPr>
            <a:r>
              <a:rPr lang="en-US"/>
              <a:t>The hadron identification is done after the identification of the trigger electron and use the start time define by the trigger electron.</a:t>
            </a:r>
            <a:endParaRPr/>
          </a:p>
          <a:p>
            <a:pPr indent="-342900" lvl="0" marL="342900" rtl="0" algn="l">
              <a:spcBef>
                <a:spcPts val="480"/>
              </a:spcBef>
              <a:spcAft>
                <a:spcPts val="0"/>
              </a:spcAft>
              <a:buClr>
                <a:srgbClr val="243643"/>
              </a:buClr>
              <a:buSzPts val="2400"/>
              <a:buChar char="•"/>
            </a:pPr>
            <a:r>
              <a:rPr lang="en-US"/>
              <a:t>It use mostly the FTOF and rely on β (or Δt):</a:t>
            </a:r>
            <a:endParaRPr/>
          </a:p>
          <a:p>
            <a:pPr indent="-342900" lvl="0" marL="342900" rtl="0" algn="l">
              <a:spcBef>
                <a:spcPts val="480"/>
              </a:spcBef>
              <a:spcAft>
                <a:spcPts val="0"/>
              </a:spcAft>
              <a:buClr>
                <a:srgbClr val="243643"/>
              </a:buClr>
              <a:buSzPts val="2400"/>
              <a:buChar char="•"/>
            </a:pPr>
            <a:r>
              <a:rPr lang="en-US"/>
              <a:t>FTOF can separate kaon and pion up to </a:t>
            </a:r>
            <a:endParaRPr/>
          </a:p>
          <a:p>
            <a:pPr indent="0" lvl="0" marL="0" rtl="0" algn="l">
              <a:spcBef>
                <a:spcPts val="480"/>
              </a:spcBef>
              <a:spcAft>
                <a:spcPts val="0"/>
              </a:spcAft>
              <a:buClr>
                <a:srgbClr val="243643"/>
              </a:buClr>
              <a:buSzPts val="2400"/>
              <a:buNone/>
            </a:pPr>
            <a:r>
              <a:rPr lang="en-US"/>
              <a:t>4 GeV with a 2σ resolution of the FTOF </a:t>
            </a:r>
            <a:endParaRPr/>
          </a:p>
          <a:p>
            <a:pPr indent="0" lvl="0" marL="0" rtl="0" algn="l">
              <a:spcBef>
                <a:spcPts val="480"/>
              </a:spcBef>
              <a:spcAft>
                <a:spcPts val="0"/>
              </a:spcAft>
              <a:buClr>
                <a:srgbClr val="243643"/>
              </a:buClr>
              <a:buSzPts val="2400"/>
              <a:buNone/>
            </a:pPr>
            <a:r>
              <a:rPr lang="en-US"/>
              <a:t>(5.7 GeV for 1σ), and proton and pion up </a:t>
            </a:r>
            <a:endParaRPr/>
          </a:p>
          <a:p>
            <a:pPr indent="0" lvl="0" marL="0" rtl="0" algn="l">
              <a:spcBef>
                <a:spcPts val="480"/>
              </a:spcBef>
              <a:spcAft>
                <a:spcPts val="0"/>
              </a:spcAft>
              <a:buClr>
                <a:srgbClr val="243643"/>
              </a:buClr>
              <a:buSzPts val="2400"/>
              <a:buNone/>
            </a:pPr>
            <a:r>
              <a:rPr lang="en-US"/>
              <a:t>to 8 GeV. </a:t>
            </a:r>
            <a:endParaRPr/>
          </a:p>
          <a:p>
            <a:pPr indent="-342900" lvl="0" marL="342900" rtl="0" algn="l">
              <a:spcBef>
                <a:spcPts val="480"/>
              </a:spcBef>
              <a:spcAft>
                <a:spcPts val="0"/>
              </a:spcAft>
              <a:buClr>
                <a:srgbClr val="243643"/>
              </a:buClr>
              <a:buSzPts val="2400"/>
              <a:buChar char="•"/>
            </a:pPr>
            <a:r>
              <a:rPr lang="en-US"/>
              <a:t>Above that, the FTOF is not enough</a:t>
            </a:r>
            <a:endParaRPr/>
          </a:p>
          <a:p>
            <a:pPr indent="-342900" lvl="0" marL="342900" rtl="0" algn="l">
              <a:spcBef>
                <a:spcPts val="480"/>
              </a:spcBef>
              <a:spcAft>
                <a:spcPts val="0"/>
              </a:spcAft>
              <a:buClr>
                <a:srgbClr val="243643"/>
              </a:buClr>
              <a:buSzPts val="2400"/>
              <a:buChar char="•"/>
            </a:pPr>
            <a:r>
              <a:rPr lang="en-US"/>
              <a:t>We can try to use other detectors:</a:t>
            </a:r>
            <a:endParaRPr/>
          </a:p>
          <a:p>
            <a:pPr indent="-285750" lvl="1" marL="742950" rtl="0" algn="l">
              <a:spcBef>
                <a:spcPts val="400"/>
              </a:spcBef>
              <a:spcAft>
                <a:spcPts val="0"/>
              </a:spcAft>
              <a:buClr>
                <a:srgbClr val="243643"/>
              </a:buClr>
              <a:buSzPts val="2000"/>
              <a:buChar char="–"/>
            </a:pPr>
            <a:r>
              <a:rPr lang="en-US"/>
              <a:t>Such as calorimeters and Cherenkov counters</a:t>
            </a:r>
            <a:endParaRPr/>
          </a:p>
        </p:txBody>
      </p:sp>
      <p:sp>
        <p:nvSpPr>
          <p:cNvPr id="115" name="Google Shape;115;p1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116" name="Google Shape;116;p1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117" name="Google Shape;117;p1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8" name="Google Shape;118;p15"/>
          <p:cNvPicPr preferRelativeResize="0"/>
          <p:nvPr/>
        </p:nvPicPr>
        <p:blipFill rotWithShape="1">
          <a:blip r:embed="rId3">
            <a:alphaModFix/>
          </a:blip>
          <a:srcRect b="0" l="0" r="0" t="0"/>
          <a:stretch/>
        </p:blipFill>
        <p:spPr>
          <a:xfrm>
            <a:off x="6986388" y="2167353"/>
            <a:ext cx="5205612" cy="392457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6"/>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Hadron identification</a:t>
            </a:r>
            <a:endParaRPr/>
          </a:p>
        </p:txBody>
      </p:sp>
      <p:sp>
        <p:nvSpPr>
          <p:cNvPr id="124" name="Google Shape;124;p16"/>
          <p:cNvSpPr txBox="1"/>
          <p:nvPr>
            <p:ph idx="1" type="body"/>
          </p:nvPr>
        </p:nvSpPr>
        <p:spPr>
          <a:xfrm>
            <a:off x="609600" y="1249679"/>
            <a:ext cx="11355092" cy="5106672"/>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rgbClr val="243643"/>
              </a:buClr>
              <a:buSzPct val="100000"/>
              <a:buChar char="•"/>
            </a:pPr>
            <a:r>
              <a:rPr lang="en-US"/>
              <a:t>To use the information of all these detectors (Calorimeters, HTCC, …) in the most efficient way, we can use AI. More specifically the Boosted decision tree architecture are well suited for that problem.</a:t>
            </a:r>
            <a:endParaRPr/>
          </a:p>
          <a:p>
            <a:pPr indent="-342900" lvl="0" marL="342900" rtl="0" algn="l">
              <a:spcBef>
                <a:spcPts val="444"/>
              </a:spcBef>
              <a:spcAft>
                <a:spcPts val="0"/>
              </a:spcAft>
              <a:buClr>
                <a:srgbClr val="243643"/>
              </a:buClr>
              <a:buSzPct val="100000"/>
              <a:buChar char="•"/>
            </a:pPr>
            <a:r>
              <a:rPr lang="en-US"/>
              <a:t>The goal is to have a model that use information only from the REC banks. </a:t>
            </a:r>
            <a:endParaRPr/>
          </a:p>
          <a:p>
            <a:pPr indent="-342900" lvl="0" marL="342900" rtl="0" algn="l">
              <a:spcBef>
                <a:spcPts val="444"/>
              </a:spcBef>
              <a:spcAft>
                <a:spcPts val="0"/>
              </a:spcAft>
              <a:buClr>
                <a:srgbClr val="243643"/>
              </a:buClr>
              <a:buSzPct val="100000"/>
              <a:buChar char="•"/>
            </a:pPr>
            <a:r>
              <a:rPr lang="en-US"/>
              <a:t>So, it can be use in the analysis step (on DST files). </a:t>
            </a:r>
            <a:endParaRPr/>
          </a:p>
          <a:p>
            <a:pPr indent="-342900" lvl="0" marL="342900" rtl="0" algn="l">
              <a:spcBef>
                <a:spcPts val="444"/>
              </a:spcBef>
              <a:spcAft>
                <a:spcPts val="0"/>
              </a:spcAft>
              <a:buClr>
                <a:srgbClr val="243643"/>
              </a:buClr>
              <a:buSzPct val="100000"/>
              <a:buChar char="•"/>
            </a:pPr>
            <a:r>
              <a:rPr lang="en-US"/>
              <a:t>Use information from the calorimeters, Cherenkov counters, TOF and higher-level variables (px, py, pz, charge, …)</a:t>
            </a:r>
            <a:endParaRPr/>
          </a:p>
          <a:p>
            <a:pPr indent="-342900" lvl="0" marL="342900" rtl="0" algn="l">
              <a:spcBef>
                <a:spcPts val="444"/>
              </a:spcBef>
              <a:spcAft>
                <a:spcPts val="0"/>
              </a:spcAft>
              <a:buClr>
                <a:srgbClr val="243643"/>
              </a:buClr>
              <a:buSzPct val="100000"/>
              <a:buChar char="•"/>
            </a:pPr>
            <a:r>
              <a:rPr lang="en-US"/>
              <a:t>Use all variable found in the DST banks: 96 features.</a:t>
            </a:r>
            <a:endParaRPr/>
          </a:p>
          <a:p>
            <a:pPr indent="-201930" lvl="0" marL="342900" rtl="0" algn="l">
              <a:spcBef>
                <a:spcPts val="444"/>
              </a:spcBef>
              <a:spcAft>
                <a:spcPts val="0"/>
              </a:spcAft>
              <a:buClr>
                <a:srgbClr val="243643"/>
              </a:buClr>
              <a:buSzPct val="100000"/>
              <a:buNone/>
            </a:pPr>
            <a:r>
              <a:t/>
            </a:r>
            <a:endParaRPr/>
          </a:p>
          <a:p>
            <a:pPr indent="-342900" lvl="0" marL="342900" rtl="0" algn="l">
              <a:spcBef>
                <a:spcPts val="444"/>
              </a:spcBef>
              <a:spcAft>
                <a:spcPts val="0"/>
              </a:spcAft>
              <a:buClr>
                <a:srgbClr val="243643"/>
              </a:buClr>
              <a:buSzPct val="100000"/>
              <a:buChar char="•"/>
            </a:pPr>
            <a:r>
              <a:rPr lang="en-US"/>
              <a:t>Data for the training and validation: ONLY simulation, simulate events with an electron and a hadron (ONLY in the forward).</a:t>
            </a:r>
            <a:endParaRPr/>
          </a:p>
          <a:p>
            <a:pPr indent="-342900" lvl="0" marL="342900" rtl="0" algn="l">
              <a:spcBef>
                <a:spcPts val="444"/>
              </a:spcBef>
              <a:spcAft>
                <a:spcPts val="0"/>
              </a:spcAft>
              <a:buClr>
                <a:srgbClr val="243643"/>
              </a:buClr>
              <a:buSzPct val="100000"/>
              <a:buChar char="•"/>
            </a:pPr>
            <a:r>
              <a:rPr lang="en-US"/>
              <a:t>Training and validation are done in Python.</a:t>
            </a:r>
            <a:endParaRPr/>
          </a:p>
          <a:p>
            <a:pPr indent="-342900" lvl="0" marL="342900" rtl="0" algn="l">
              <a:spcBef>
                <a:spcPts val="444"/>
              </a:spcBef>
              <a:spcAft>
                <a:spcPts val="0"/>
              </a:spcAft>
              <a:buClr>
                <a:srgbClr val="243643"/>
              </a:buClr>
              <a:buSzPct val="100000"/>
              <a:buChar char="•"/>
            </a:pPr>
            <a:r>
              <a:rPr lang="en-US"/>
              <a:t>Need to use real data for validation with either the RICH and exclusive reaction</a:t>
            </a:r>
            <a:endParaRPr/>
          </a:p>
          <a:p>
            <a:pPr indent="-342900" lvl="0" marL="342900" rtl="0" algn="l">
              <a:spcBef>
                <a:spcPts val="444"/>
              </a:spcBef>
              <a:spcAft>
                <a:spcPts val="0"/>
              </a:spcAft>
              <a:buClr>
                <a:srgbClr val="243643"/>
              </a:buClr>
              <a:buSzPct val="100000"/>
              <a:buChar char="•"/>
            </a:pPr>
            <a:r>
              <a:rPr lang="en-US"/>
              <a:t>The goal is to implement that algorithm in Iguana</a:t>
            </a:r>
            <a:endParaRPr/>
          </a:p>
          <a:p>
            <a:pPr indent="-201930" lvl="0" marL="342900" rtl="0" algn="l">
              <a:spcBef>
                <a:spcPts val="444"/>
              </a:spcBef>
              <a:spcAft>
                <a:spcPts val="0"/>
              </a:spcAft>
              <a:buClr>
                <a:srgbClr val="243643"/>
              </a:buClr>
              <a:buSzPct val="100000"/>
              <a:buNone/>
            </a:pPr>
            <a:r>
              <a:t/>
            </a:r>
            <a:endParaRPr/>
          </a:p>
        </p:txBody>
      </p:sp>
      <p:sp>
        <p:nvSpPr>
          <p:cNvPr id="125" name="Google Shape;125;p1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126" name="Google Shape;126;p1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127" name="Google Shape;127;p1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7"/>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Hadron identification</a:t>
            </a:r>
            <a:endParaRPr/>
          </a:p>
        </p:txBody>
      </p:sp>
      <p:sp>
        <p:nvSpPr>
          <p:cNvPr id="133" name="Google Shape;133;p17"/>
          <p:cNvSpPr txBox="1"/>
          <p:nvPr>
            <p:ph idx="1" type="body"/>
          </p:nvPr>
        </p:nvSpPr>
        <p:spPr>
          <a:xfrm>
            <a:off x="609600" y="1249680"/>
            <a:ext cx="10972800" cy="4860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43643"/>
              </a:buClr>
              <a:buSzPts val="2400"/>
              <a:buChar char="•"/>
            </a:pPr>
            <a:r>
              <a:rPr lang="en-US"/>
              <a:t>Try many different architectures: Gradient Boosting Decision Trees (GBDT), XGBoost, LightGBM and CatBoost (same family), MLP, MLP + GBDT.</a:t>
            </a:r>
            <a:endParaRPr/>
          </a:p>
          <a:p>
            <a:pPr indent="-342900" lvl="0" marL="342900" rtl="0" algn="l">
              <a:spcBef>
                <a:spcPts val="480"/>
              </a:spcBef>
              <a:spcAft>
                <a:spcPts val="0"/>
              </a:spcAft>
              <a:buClr>
                <a:srgbClr val="243643"/>
              </a:buClr>
              <a:buSzPts val="2400"/>
              <a:buChar char="•"/>
            </a:pPr>
            <a:r>
              <a:rPr lang="en-US"/>
              <a:t>The best results are for CatBoost (Categorical Boosting). </a:t>
            </a:r>
            <a:endParaRPr/>
          </a:p>
        </p:txBody>
      </p:sp>
      <p:sp>
        <p:nvSpPr>
          <p:cNvPr id="134" name="Google Shape;134;p1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135" name="Google Shape;135;p1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136" name="Google Shape;136;p1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7" name="Google Shape;137;p17"/>
          <p:cNvSpPr txBox="1"/>
          <p:nvPr/>
        </p:nvSpPr>
        <p:spPr>
          <a:xfrm>
            <a:off x="5643562" y="2971800"/>
            <a:ext cx="65"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17"/>
          <p:cNvSpPr/>
          <p:nvPr/>
        </p:nvSpPr>
        <p:spPr>
          <a:xfrm>
            <a:off x="138318" y="2478943"/>
            <a:ext cx="11915363" cy="4379057"/>
          </a:xfrm>
          <a:prstGeom prst="rect">
            <a:avLst/>
          </a:prstGeom>
          <a:solidFill>
            <a:srgbClr val="FFFFFF"/>
          </a:solid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Hadron identification</a:t>
            </a:r>
            <a:endParaRPr/>
          </a:p>
        </p:txBody>
      </p:sp>
      <p:sp>
        <p:nvSpPr>
          <p:cNvPr id="144" name="Google Shape;144;p1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145" name="Google Shape;145;p1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146" name="Google Shape;146;p1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7" name="Google Shape;147;p18"/>
          <p:cNvSpPr txBox="1"/>
          <p:nvPr/>
        </p:nvSpPr>
        <p:spPr>
          <a:xfrm>
            <a:off x="5643562" y="2971800"/>
            <a:ext cx="65"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18"/>
          <p:cNvSpPr/>
          <p:nvPr/>
        </p:nvSpPr>
        <p:spPr>
          <a:xfrm>
            <a:off x="103110" y="1236131"/>
            <a:ext cx="11985779" cy="3810001"/>
          </a:xfrm>
          <a:prstGeom prst="rect">
            <a:avLst/>
          </a:prstGeom>
          <a:solidFill>
            <a:srgbClr val="FFFFFF"/>
          </a:solid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9"/>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Hadron identification</a:t>
            </a:r>
            <a:endParaRPr/>
          </a:p>
        </p:txBody>
      </p:sp>
      <p:sp>
        <p:nvSpPr>
          <p:cNvPr id="154" name="Google Shape;154;p1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155" name="Google Shape;155;p1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156" name="Google Shape;156;p1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7" name="Google Shape;157;p19"/>
          <p:cNvSpPr txBox="1"/>
          <p:nvPr/>
        </p:nvSpPr>
        <p:spPr>
          <a:xfrm>
            <a:off x="5643562" y="2971800"/>
            <a:ext cx="65"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19"/>
          <p:cNvSpPr/>
          <p:nvPr/>
        </p:nvSpPr>
        <p:spPr>
          <a:xfrm>
            <a:off x="183371" y="1541355"/>
            <a:ext cx="11857647" cy="3707978"/>
          </a:xfrm>
          <a:prstGeom prst="rect">
            <a:avLst/>
          </a:prstGeom>
          <a:solidFill>
            <a:srgbClr val="FFFFFF"/>
          </a:solid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0"/>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Hadron identification</a:t>
            </a:r>
            <a:endParaRPr/>
          </a:p>
        </p:txBody>
      </p:sp>
      <p:sp>
        <p:nvSpPr>
          <p:cNvPr id="164" name="Google Shape;164;p2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165" name="Google Shape;165;p2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166" name="Google Shape;166;p2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7" name="Google Shape;167;p20"/>
          <p:cNvSpPr txBox="1"/>
          <p:nvPr/>
        </p:nvSpPr>
        <p:spPr>
          <a:xfrm>
            <a:off x="5643562" y="2971800"/>
            <a:ext cx="65"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20"/>
          <p:cNvSpPr/>
          <p:nvPr/>
        </p:nvSpPr>
        <p:spPr>
          <a:xfrm>
            <a:off x="138141" y="1358015"/>
            <a:ext cx="11915717" cy="3781567"/>
          </a:xfrm>
          <a:prstGeom prst="rect">
            <a:avLst/>
          </a:prstGeom>
          <a:solidFill>
            <a:srgbClr val="FFFFFF"/>
          </a:solid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Hadron identification</a:t>
            </a:r>
            <a:endParaRPr/>
          </a:p>
        </p:txBody>
      </p:sp>
      <p:sp>
        <p:nvSpPr>
          <p:cNvPr id="174" name="Google Shape;174;p2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175" name="Google Shape;175;p2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176" name="Google Shape;176;p2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7" name="Google Shape;177;p21"/>
          <p:cNvSpPr txBox="1"/>
          <p:nvPr/>
        </p:nvSpPr>
        <p:spPr>
          <a:xfrm>
            <a:off x="5643562" y="2971800"/>
            <a:ext cx="65"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21"/>
          <p:cNvSpPr/>
          <p:nvPr/>
        </p:nvSpPr>
        <p:spPr>
          <a:xfrm>
            <a:off x="5785647" y="136525"/>
            <a:ext cx="6406353" cy="6077192"/>
          </a:xfrm>
          <a:prstGeom prst="rect">
            <a:avLst/>
          </a:prstGeom>
          <a:solidFill>
            <a:srgbClr val="FFFFFF"/>
          </a:solidFill>
          <a:ln>
            <a:noFill/>
          </a:ln>
        </p:spPr>
      </p:sp>
      <p:sp>
        <p:nvSpPr>
          <p:cNvPr id="179" name="Google Shape;179;p21"/>
          <p:cNvSpPr txBox="1"/>
          <p:nvPr>
            <p:ph idx="1" type="body"/>
          </p:nvPr>
        </p:nvSpPr>
        <p:spPr>
          <a:xfrm>
            <a:off x="151075" y="1249679"/>
            <a:ext cx="5492289" cy="2328407"/>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rgbClr val="243643"/>
              </a:buClr>
              <a:buSzPct val="100000"/>
              <a:buChar char="•"/>
            </a:pPr>
            <a:r>
              <a:rPr lang="en-US"/>
              <a:t>With the CatBoost model, we can improve the hadron identification, especially for π and K at high momentum. </a:t>
            </a:r>
            <a:endParaRPr/>
          </a:p>
          <a:p>
            <a:pPr indent="-342900" lvl="0" marL="342900" rtl="0" algn="l">
              <a:spcBef>
                <a:spcPts val="408"/>
              </a:spcBef>
              <a:spcAft>
                <a:spcPts val="0"/>
              </a:spcAft>
              <a:buClr>
                <a:srgbClr val="243643"/>
              </a:buClr>
              <a:buSzPct val="100000"/>
              <a:buChar char="•"/>
            </a:pPr>
            <a:r>
              <a:rPr lang="en-US"/>
              <a:t>It also enhances low-momentum hadrons. </a:t>
            </a:r>
            <a:endParaRPr/>
          </a:p>
          <a:p>
            <a:pPr indent="-342900" lvl="0" marL="342900" rtl="0" algn="l">
              <a:spcBef>
                <a:spcPts val="408"/>
              </a:spcBef>
              <a:spcAft>
                <a:spcPts val="0"/>
              </a:spcAft>
              <a:buClr>
                <a:srgbClr val="243643"/>
              </a:buClr>
              <a:buSzPct val="100000"/>
              <a:buChar char="•"/>
            </a:pPr>
            <a:r>
              <a:rPr lang="en-US"/>
              <a:t>Not much improvement for the proton/anti-proton.</a:t>
            </a:r>
            <a:endParaRPr/>
          </a:p>
        </p:txBody>
      </p:sp>
      <p:graphicFrame>
        <p:nvGraphicFramePr>
          <p:cNvPr id="180" name="Google Shape;180;p21"/>
          <p:cNvGraphicFramePr/>
          <p:nvPr/>
        </p:nvGraphicFramePr>
        <p:xfrm>
          <a:off x="92920" y="3835763"/>
          <a:ext cx="3000000" cy="3000000"/>
        </p:xfrm>
        <a:graphic>
          <a:graphicData uri="http://schemas.openxmlformats.org/drawingml/2006/table">
            <a:tbl>
              <a:tblPr firstRow="1">
                <a:noFill/>
                <a:tableStyleId>{3B855A7B-1C57-4898-8E6F-441E2D6F6047}</a:tableStyleId>
              </a:tblPr>
              <a:tblGrid>
                <a:gridCol w="1543400"/>
                <a:gridCol w="2081800"/>
                <a:gridCol w="1794650"/>
              </a:tblGrid>
              <a:tr h="388400">
                <a:tc>
                  <a:txBody>
                    <a:bodyPr/>
                    <a:lstStyle/>
                    <a:p>
                      <a:pPr indent="0" lvl="0" marL="0" marR="0" rtl="0" algn="l">
                        <a:spcBef>
                          <a:spcPts val="0"/>
                        </a:spcBef>
                        <a:spcAft>
                          <a:spcPts val="0"/>
                        </a:spcAft>
                        <a:buClr>
                          <a:srgbClr val="FFFFFF"/>
                        </a:buClr>
                        <a:buSzPts val="1800"/>
                        <a:buFont typeface="Calibri"/>
                        <a:buNone/>
                      </a:pPr>
                      <a:r>
                        <a:rPr b="0" lang="en-US" sz="1800" u="none" cap="none" strike="noStrike">
                          <a:solidFill>
                            <a:srgbClr val="FFFFFF"/>
                          </a:solidFill>
                        </a:rPr>
                        <a:t>Name</a:t>
                      </a:r>
                      <a:endParaRPr b="0" sz="1800" u="none" cap="none" strike="noStrike">
                        <a:solidFill>
                          <a:srgbClr val="FFFFFF"/>
                        </a:solidFill>
                        <a:latin typeface="Fira Sans"/>
                        <a:ea typeface="Fira Sans"/>
                        <a:cs typeface="Fira Sans"/>
                        <a:sym typeface="Fira Sans"/>
                      </a:endParaRPr>
                    </a:p>
                  </a:txBody>
                  <a:tcPr marT="19050" marB="19050" marR="76200" marL="76200" anchor="ctr"/>
                </a:tc>
                <a:tc>
                  <a:txBody>
                    <a:bodyPr/>
                    <a:lstStyle/>
                    <a:p>
                      <a:pPr indent="0" lvl="0" marL="0" marR="0" rtl="0" algn="l">
                        <a:spcBef>
                          <a:spcPts val="0"/>
                        </a:spcBef>
                        <a:spcAft>
                          <a:spcPts val="0"/>
                        </a:spcAft>
                        <a:buClr>
                          <a:srgbClr val="FFFFFF"/>
                        </a:buClr>
                        <a:buSzPts val="1800"/>
                        <a:buFont typeface="Calibri"/>
                        <a:buNone/>
                      </a:pPr>
                      <a:r>
                        <a:rPr b="0" lang="en-US" sz="1800" u="none" cap="none" strike="noStrike">
                          <a:solidFill>
                            <a:srgbClr val="FFFFFF"/>
                          </a:solidFill>
                        </a:rPr>
                        <a:t>Overall efficiency</a:t>
                      </a:r>
                      <a:endParaRPr b="0" sz="1800" u="none" cap="none" strike="noStrike">
                        <a:solidFill>
                          <a:srgbClr val="FFFFFF"/>
                        </a:solidFill>
                        <a:latin typeface="Fira Sans"/>
                        <a:ea typeface="Fira Sans"/>
                        <a:cs typeface="Fira Sans"/>
                        <a:sym typeface="Fira Sans"/>
                      </a:endParaRPr>
                    </a:p>
                  </a:txBody>
                  <a:tcPr marT="19050" marB="19050" marR="76200" marL="76200" anchor="ctr"/>
                </a:tc>
                <a:tc>
                  <a:txBody>
                    <a:bodyPr/>
                    <a:lstStyle/>
                    <a:p>
                      <a:pPr indent="0" lvl="0" marL="0" marR="0" rtl="0" algn="l">
                        <a:spcBef>
                          <a:spcPts val="0"/>
                        </a:spcBef>
                        <a:spcAft>
                          <a:spcPts val="0"/>
                        </a:spcAft>
                        <a:buClr>
                          <a:srgbClr val="FFFFFF"/>
                        </a:buClr>
                        <a:buSzPts val="1800"/>
                        <a:buFont typeface="Calibri"/>
                        <a:buNone/>
                      </a:pPr>
                      <a:r>
                        <a:rPr b="0" lang="en-US" sz="1800" u="none" cap="none" strike="noStrike">
                          <a:solidFill>
                            <a:srgbClr val="FFFFFF"/>
                          </a:solidFill>
                        </a:rPr>
                        <a:t>Overall purity</a:t>
                      </a:r>
                      <a:endParaRPr b="0" sz="1800" u="none" cap="none" strike="noStrike">
                        <a:solidFill>
                          <a:srgbClr val="FFFFFF"/>
                        </a:solidFill>
                        <a:latin typeface="Fira Sans"/>
                        <a:ea typeface="Fira Sans"/>
                        <a:cs typeface="Fira Sans"/>
                        <a:sym typeface="Fira Sans"/>
                      </a:endParaRPr>
                    </a:p>
                  </a:txBody>
                  <a:tcPr marT="19050" marB="19050" marR="76200" marL="76200" anchor="ctr"/>
                </a:tc>
              </a:tr>
              <a:tr h="312425">
                <a:tc>
                  <a:txBody>
                    <a:bodyPr/>
                    <a:lstStyle/>
                    <a:p>
                      <a:pPr indent="0" lvl="0" marL="0" marR="0" rtl="0" algn="l">
                        <a:spcBef>
                          <a:spcPts val="0"/>
                        </a:spcBef>
                        <a:spcAft>
                          <a:spcPts val="0"/>
                        </a:spcAft>
                        <a:buNone/>
                      </a:pPr>
                      <a:r>
                        <a:t/>
                      </a:r>
                      <a:endParaRPr sz="1800"/>
                    </a:p>
                  </a:txBody>
                  <a:tcPr marT="19050" marB="19050" marR="76200" marL="76200" anchor="ctr"/>
                </a:tc>
                <a:tc>
                  <a:txBody>
                    <a:bodyPr/>
                    <a:lstStyle/>
                    <a:p>
                      <a:pPr indent="0" lvl="0" marL="0" marR="0" rtl="0" algn="r">
                        <a:spcBef>
                          <a:spcPts val="0"/>
                        </a:spcBef>
                        <a:spcAft>
                          <a:spcPts val="0"/>
                        </a:spcAft>
                        <a:buClr>
                          <a:srgbClr val="434343"/>
                        </a:buClr>
                        <a:buSzPts val="1800"/>
                        <a:buFont typeface="Calibri"/>
                        <a:buNone/>
                      </a:pPr>
                      <a:r>
                        <a:rPr b="0" lang="en-US" sz="1800">
                          <a:solidFill>
                            <a:srgbClr val="434343"/>
                          </a:solidFill>
                        </a:rPr>
                        <a:t>0.843879</a:t>
                      </a:r>
                      <a:endParaRPr b="0" sz="1800">
                        <a:solidFill>
                          <a:srgbClr val="434343"/>
                        </a:solidFill>
                        <a:latin typeface="Fira Sans"/>
                        <a:ea typeface="Fira Sans"/>
                        <a:cs typeface="Fira Sans"/>
                        <a:sym typeface="Fira Sans"/>
                      </a:endParaRPr>
                    </a:p>
                  </a:txBody>
                  <a:tcPr marT="19050" marB="19050" marR="76200" marL="76200" anchor="ctr"/>
                </a:tc>
                <a:tc>
                  <a:txBody>
                    <a:bodyPr/>
                    <a:lstStyle/>
                    <a:p>
                      <a:pPr indent="0" lvl="0" marL="0" marR="0" rtl="0" algn="r">
                        <a:spcBef>
                          <a:spcPts val="0"/>
                        </a:spcBef>
                        <a:spcAft>
                          <a:spcPts val="0"/>
                        </a:spcAft>
                        <a:buClr>
                          <a:srgbClr val="434343"/>
                        </a:buClr>
                        <a:buSzPts val="1800"/>
                        <a:buFont typeface="Calibri"/>
                        <a:buNone/>
                      </a:pPr>
                      <a:r>
                        <a:rPr b="0" lang="en-US" sz="1800">
                          <a:solidFill>
                            <a:srgbClr val="434343"/>
                          </a:solidFill>
                        </a:rPr>
                        <a:t>0.873114</a:t>
                      </a:r>
                      <a:endParaRPr b="0" sz="1800">
                        <a:solidFill>
                          <a:srgbClr val="434343"/>
                        </a:solidFill>
                        <a:latin typeface="Fira Sans"/>
                        <a:ea typeface="Fira Sans"/>
                        <a:cs typeface="Fira Sans"/>
                        <a:sym typeface="Fira Sans"/>
                      </a:endParaRPr>
                    </a:p>
                  </a:txBody>
                  <a:tcPr marT="19050" marB="19050" marR="76200" marL="76200" anchor="ctr"/>
                </a:tc>
              </a:tr>
              <a:tr h="312425">
                <a:tc>
                  <a:txBody>
                    <a:bodyPr/>
                    <a:lstStyle/>
                    <a:p>
                      <a:pPr indent="0" lvl="0" marL="0" marR="0" rtl="0" algn="l">
                        <a:spcBef>
                          <a:spcPts val="0"/>
                        </a:spcBef>
                        <a:spcAft>
                          <a:spcPts val="0"/>
                        </a:spcAft>
                        <a:buNone/>
                      </a:pPr>
                      <a:r>
                        <a:t/>
                      </a:r>
                      <a:endParaRPr sz="1800"/>
                    </a:p>
                  </a:txBody>
                  <a:tcPr marT="19050" marB="19050" marR="76200" marL="76200" anchor="ctr"/>
                </a:tc>
                <a:tc>
                  <a:txBody>
                    <a:bodyPr/>
                    <a:lstStyle/>
                    <a:p>
                      <a:pPr indent="0" lvl="0" marL="0" marR="0" rtl="0" algn="r">
                        <a:spcBef>
                          <a:spcPts val="0"/>
                        </a:spcBef>
                        <a:spcAft>
                          <a:spcPts val="0"/>
                        </a:spcAft>
                        <a:buClr>
                          <a:srgbClr val="434343"/>
                        </a:buClr>
                        <a:buSzPts val="1800"/>
                        <a:buFont typeface="Calibri"/>
                        <a:buNone/>
                      </a:pPr>
                      <a:r>
                        <a:rPr b="0" lang="en-US" sz="1800">
                          <a:solidFill>
                            <a:srgbClr val="434343"/>
                          </a:solidFill>
                        </a:rPr>
                        <a:t>0.838079</a:t>
                      </a:r>
                      <a:endParaRPr b="0" sz="1800">
                        <a:solidFill>
                          <a:srgbClr val="434343"/>
                        </a:solidFill>
                        <a:latin typeface="Fira Sans"/>
                        <a:ea typeface="Fira Sans"/>
                        <a:cs typeface="Fira Sans"/>
                        <a:sym typeface="Fira Sans"/>
                      </a:endParaRPr>
                    </a:p>
                  </a:txBody>
                  <a:tcPr marT="19050" marB="19050" marR="76200" marL="76200" anchor="ctr"/>
                </a:tc>
                <a:tc>
                  <a:txBody>
                    <a:bodyPr/>
                    <a:lstStyle/>
                    <a:p>
                      <a:pPr indent="0" lvl="0" marL="0" marR="0" rtl="0" algn="r">
                        <a:spcBef>
                          <a:spcPts val="0"/>
                        </a:spcBef>
                        <a:spcAft>
                          <a:spcPts val="0"/>
                        </a:spcAft>
                        <a:buClr>
                          <a:srgbClr val="434343"/>
                        </a:buClr>
                        <a:buSzPts val="1800"/>
                        <a:buFont typeface="Calibri"/>
                        <a:buNone/>
                      </a:pPr>
                      <a:r>
                        <a:rPr b="0" lang="en-US" sz="1800">
                          <a:solidFill>
                            <a:srgbClr val="434343"/>
                          </a:solidFill>
                        </a:rPr>
                        <a:t>0.859936</a:t>
                      </a:r>
                      <a:endParaRPr b="0" sz="1800">
                        <a:solidFill>
                          <a:srgbClr val="434343"/>
                        </a:solidFill>
                        <a:latin typeface="Fira Sans"/>
                        <a:ea typeface="Fira Sans"/>
                        <a:cs typeface="Fira Sans"/>
                        <a:sym typeface="Fira Sans"/>
                      </a:endParaRPr>
                    </a:p>
                  </a:txBody>
                  <a:tcPr marT="19050" marB="19050" marR="76200" marL="76200" anchor="ctr"/>
                </a:tc>
              </a:tr>
              <a:tr h="312425">
                <a:tc>
                  <a:txBody>
                    <a:bodyPr/>
                    <a:lstStyle/>
                    <a:p>
                      <a:pPr indent="0" lvl="0" marL="0" marR="0" rtl="0" algn="l">
                        <a:spcBef>
                          <a:spcPts val="0"/>
                        </a:spcBef>
                        <a:spcAft>
                          <a:spcPts val="0"/>
                        </a:spcAft>
                        <a:buNone/>
                      </a:pPr>
                      <a:r>
                        <a:t/>
                      </a:r>
                      <a:endParaRPr sz="1800"/>
                    </a:p>
                  </a:txBody>
                  <a:tcPr marT="19050" marB="19050" marR="76200" marL="76200" anchor="ctr"/>
                </a:tc>
                <a:tc>
                  <a:txBody>
                    <a:bodyPr/>
                    <a:lstStyle/>
                    <a:p>
                      <a:pPr indent="0" lvl="0" marL="0" marR="0" rtl="0" algn="r">
                        <a:spcBef>
                          <a:spcPts val="0"/>
                        </a:spcBef>
                        <a:spcAft>
                          <a:spcPts val="0"/>
                        </a:spcAft>
                        <a:buClr>
                          <a:srgbClr val="434343"/>
                        </a:buClr>
                        <a:buSzPts val="1800"/>
                        <a:buFont typeface="Calibri"/>
                        <a:buNone/>
                      </a:pPr>
                      <a:r>
                        <a:rPr b="0" lang="en-US" sz="1800">
                          <a:solidFill>
                            <a:srgbClr val="434343"/>
                          </a:solidFill>
                        </a:rPr>
                        <a:t>0.78045</a:t>
                      </a:r>
                      <a:endParaRPr b="0" sz="1800">
                        <a:solidFill>
                          <a:srgbClr val="434343"/>
                        </a:solidFill>
                        <a:latin typeface="Fira Sans"/>
                        <a:ea typeface="Fira Sans"/>
                        <a:cs typeface="Fira Sans"/>
                        <a:sym typeface="Fira Sans"/>
                      </a:endParaRPr>
                    </a:p>
                  </a:txBody>
                  <a:tcPr marT="19050" marB="19050" marR="76200" marL="76200" anchor="ctr"/>
                </a:tc>
                <a:tc>
                  <a:txBody>
                    <a:bodyPr/>
                    <a:lstStyle/>
                    <a:p>
                      <a:pPr indent="0" lvl="0" marL="0" marR="0" rtl="0" algn="r">
                        <a:spcBef>
                          <a:spcPts val="0"/>
                        </a:spcBef>
                        <a:spcAft>
                          <a:spcPts val="0"/>
                        </a:spcAft>
                        <a:buClr>
                          <a:srgbClr val="434343"/>
                        </a:buClr>
                        <a:buSzPts val="1800"/>
                        <a:buFont typeface="Calibri"/>
                        <a:buNone/>
                      </a:pPr>
                      <a:r>
                        <a:rPr b="0" lang="en-US" sz="1800">
                          <a:solidFill>
                            <a:srgbClr val="434343"/>
                          </a:solidFill>
                        </a:rPr>
                        <a:t>0.75665</a:t>
                      </a:r>
                      <a:endParaRPr b="0" sz="1800">
                        <a:solidFill>
                          <a:srgbClr val="434343"/>
                        </a:solidFill>
                        <a:latin typeface="Fira Sans"/>
                        <a:ea typeface="Fira Sans"/>
                        <a:cs typeface="Fira Sans"/>
                        <a:sym typeface="Fira Sans"/>
                      </a:endParaRPr>
                    </a:p>
                  </a:txBody>
                  <a:tcPr marT="19050" marB="19050" marR="76200" marL="76200" anchor="ctr"/>
                </a:tc>
              </a:tr>
              <a:tr h="312425">
                <a:tc>
                  <a:txBody>
                    <a:bodyPr/>
                    <a:lstStyle/>
                    <a:p>
                      <a:pPr indent="0" lvl="0" marL="0" marR="0" rtl="0" algn="l">
                        <a:spcBef>
                          <a:spcPts val="0"/>
                        </a:spcBef>
                        <a:spcAft>
                          <a:spcPts val="0"/>
                        </a:spcAft>
                        <a:buNone/>
                      </a:pPr>
                      <a:r>
                        <a:t/>
                      </a:r>
                      <a:endParaRPr sz="1800"/>
                    </a:p>
                  </a:txBody>
                  <a:tcPr marT="19050" marB="19050" marR="76200" marL="76200" anchor="ctr"/>
                </a:tc>
                <a:tc>
                  <a:txBody>
                    <a:bodyPr/>
                    <a:lstStyle/>
                    <a:p>
                      <a:pPr indent="0" lvl="0" marL="0" marR="0" rtl="0" algn="r">
                        <a:spcBef>
                          <a:spcPts val="0"/>
                        </a:spcBef>
                        <a:spcAft>
                          <a:spcPts val="0"/>
                        </a:spcAft>
                        <a:buClr>
                          <a:srgbClr val="434343"/>
                        </a:buClr>
                        <a:buSzPts val="1800"/>
                        <a:buFont typeface="Calibri"/>
                        <a:buNone/>
                      </a:pPr>
                      <a:r>
                        <a:rPr b="0" lang="en-US" sz="1800">
                          <a:solidFill>
                            <a:srgbClr val="434343"/>
                          </a:solidFill>
                        </a:rPr>
                        <a:t>0.761896</a:t>
                      </a:r>
                      <a:endParaRPr b="0" sz="1800">
                        <a:solidFill>
                          <a:srgbClr val="434343"/>
                        </a:solidFill>
                        <a:latin typeface="Fira Sans"/>
                        <a:ea typeface="Fira Sans"/>
                        <a:cs typeface="Fira Sans"/>
                        <a:sym typeface="Fira Sans"/>
                      </a:endParaRPr>
                    </a:p>
                  </a:txBody>
                  <a:tcPr marT="19050" marB="19050" marR="76200" marL="76200" anchor="ctr"/>
                </a:tc>
                <a:tc>
                  <a:txBody>
                    <a:bodyPr/>
                    <a:lstStyle/>
                    <a:p>
                      <a:pPr indent="0" lvl="0" marL="0" marR="0" rtl="0" algn="r">
                        <a:spcBef>
                          <a:spcPts val="0"/>
                        </a:spcBef>
                        <a:spcAft>
                          <a:spcPts val="0"/>
                        </a:spcAft>
                        <a:buClr>
                          <a:srgbClr val="434343"/>
                        </a:buClr>
                        <a:buSzPts val="1800"/>
                        <a:buFont typeface="Calibri"/>
                        <a:buNone/>
                      </a:pPr>
                      <a:r>
                        <a:rPr b="0" lang="en-US" sz="1800">
                          <a:solidFill>
                            <a:srgbClr val="434343"/>
                          </a:solidFill>
                        </a:rPr>
                        <a:t>0.75869</a:t>
                      </a:r>
                      <a:endParaRPr b="0" sz="1800">
                        <a:solidFill>
                          <a:srgbClr val="434343"/>
                        </a:solidFill>
                        <a:latin typeface="Fira Sans"/>
                        <a:ea typeface="Fira Sans"/>
                        <a:cs typeface="Fira Sans"/>
                        <a:sym typeface="Fira Sans"/>
                      </a:endParaRPr>
                    </a:p>
                  </a:txBody>
                  <a:tcPr marT="19050" marB="19050" marR="76200" marL="76200" anchor="ctr"/>
                </a:tc>
              </a:tr>
              <a:tr h="312425">
                <a:tc>
                  <a:txBody>
                    <a:bodyPr/>
                    <a:lstStyle/>
                    <a:p>
                      <a:pPr indent="0" lvl="0" marL="0" marR="0" rtl="0" algn="l">
                        <a:spcBef>
                          <a:spcPts val="0"/>
                        </a:spcBef>
                        <a:spcAft>
                          <a:spcPts val="0"/>
                        </a:spcAft>
                        <a:buNone/>
                      </a:pPr>
                      <a:r>
                        <a:t/>
                      </a:r>
                      <a:endParaRPr sz="1800"/>
                    </a:p>
                  </a:txBody>
                  <a:tcPr marT="19050" marB="19050" marR="76200" marL="76200" anchor="ctr"/>
                </a:tc>
                <a:tc>
                  <a:txBody>
                    <a:bodyPr/>
                    <a:lstStyle/>
                    <a:p>
                      <a:pPr indent="0" lvl="0" marL="0" marR="0" rtl="0" algn="r">
                        <a:spcBef>
                          <a:spcPts val="0"/>
                        </a:spcBef>
                        <a:spcAft>
                          <a:spcPts val="0"/>
                        </a:spcAft>
                        <a:buClr>
                          <a:srgbClr val="434343"/>
                        </a:buClr>
                        <a:buSzPts val="1800"/>
                        <a:buFont typeface="Calibri"/>
                        <a:buNone/>
                      </a:pPr>
                      <a:r>
                        <a:rPr b="0" lang="en-US" sz="1800">
                          <a:solidFill>
                            <a:srgbClr val="434343"/>
                          </a:solidFill>
                        </a:rPr>
                        <a:t>0.85905</a:t>
                      </a:r>
                      <a:endParaRPr b="0" sz="1800">
                        <a:solidFill>
                          <a:srgbClr val="434343"/>
                        </a:solidFill>
                        <a:latin typeface="Fira Sans"/>
                        <a:ea typeface="Fira Sans"/>
                        <a:cs typeface="Fira Sans"/>
                        <a:sym typeface="Fira Sans"/>
                      </a:endParaRPr>
                    </a:p>
                  </a:txBody>
                  <a:tcPr marT="19050" marB="19050" marR="76200" marL="76200" anchor="ctr"/>
                </a:tc>
                <a:tc>
                  <a:txBody>
                    <a:bodyPr/>
                    <a:lstStyle/>
                    <a:p>
                      <a:pPr indent="0" lvl="0" marL="0" marR="0" rtl="0" algn="r">
                        <a:spcBef>
                          <a:spcPts val="0"/>
                        </a:spcBef>
                        <a:spcAft>
                          <a:spcPts val="0"/>
                        </a:spcAft>
                        <a:buClr>
                          <a:srgbClr val="434343"/>
                        </a:buClr>
                        <a:buSzPts val="1800"/>
                        <a:buFont typeface="Calibri"/>
                        <a:buNone/>
                      </a:pPr>
                      <a:r>
                        <a:rPr b="0" lang="en-US" sz="1800">
                          <a:solidFill>
                            <a:srgbClr val="434343"/>
                          </a:solidFill>
                        </a:rPr>
                        <a:t>0.848871</a:t>
                      </a:r>
                      <a:endParaRPr b="0" sz="1800">
                        <a:solidFill>
                          <a:srgbClr val="434343"/>
                        </a:solidFill>
                        <a:latin typeface="Fira Sans"/>
                        <a:ea typeface="Fira Sans"/>
                        <a:cs typeface="Fira Sans"/>
                        <a:sym typeface="Fira Sans"/>
                      </a:endParaRPr>
                    </a:p>
                  </a:txBody>
                  <a:tcPr marT="19050" marB="19050" marR="76200" marL="76200" anchor="ctr"/>
                </a:tc>
              </a:tr>
              <a:tr h="312425">
                <a:tc>
                  <a:txBody>
                    <a:bodyPr/>
                    <a:lstStyle/>
                    <a:p>
                      <a:pPr indent="0" lvl="0" marL="0" marR="0" rtl="0" algn="l">
                        <a:spcBef>
                          <a:spcPts val="0"/>
                        </a:spcBef>
                        <a:spcAft>
                          <a:spcPts val="0"/>
                        </a:spcAft>
                        <a:buNone/>
                      </a:pPr>
                      <a:r>
                        <a:t/>
                      </a:r>
                      <a:endParaRPr sz="1800"/>
                    </a:p>
                  </a:txBody>
                  <a:tcPr marT="19050" marB="19050" marR="76200" marL="76200" anchor="ctr"/>
                </a:tc>
                <a:tc>
                  <a:txBody>
                    <a:bodyPr/>
                    <a:lstStyle/>
                    <a:p>
                      <a:pPr indent="0" lvl="0" marL="0" marR="0" rtl="0" algn="r">
                        <a:spcBef>
                          <a:spcPts val="0"/>
                        </a:spcBef>
                        <a:spcAft>
                          <a:spcPts val="0"/>
                        </a:spcAft>
                        <a:buClr>
                          <a:srgbClr val="434343"/>
                        </a:buClr>
                        <a:buSzPts val="1800"/>
                        <a:buFont typeface="Calibri"/>
                        <a:buNone/>
                      </a:pPr>
                      <a:r>
                        <a:rPr b="0" lang="en-US" sz="1800">
                          <a:solidFill>
                            <a:srgbClr val="434343"/>
                          </a:solidFill>
                        </a:rPr>
                        <a:t>0.851671</a:t>
                      </a:r>
                      <a:endParaRPr b="0" sz="1800">
                        <a:solidFill>
                          <a:srgbClr val="434343"/>
                        </a:solidFill>
                        <a:latin typeface="Fira Sans"/>
                        <a:ea typeface="Fira Sans"/>
                        <a:cs typeface="Fira Sans"/>
                        <a:sym typeface="Fira Sans"/>
                      </a:endParaRPr>
                    </a:p>
                  </a:txBody>
                  <a:tcPr marT="19050" marB="19050" marR="76200" marL="76200" anchor="ctr"/>
                </a:tc>
                <a:tc>
                  <a:txBody>
                    <a:bodyPr/>
                    <a:lstStyle/>
                    <a:p>
                      <a:pPr indent="0" lvl="0" marL="0" marR="0" rtl="0" algn="r">
                        <a:spcBef>
                          <a:spcPts val="0"/>
                        </a:spcBef>
                        <a:spcAft>
                          <a:spcPts val="0"/>
                        </a:spcAft>
                        <a:buClr>
                          <a:srgbClr val="434343"/>
                        </a:buClr>
                        <a:buSzPts val="1800"/>
                        <a:buFont typeface="Calibri"/>
                        <a:buNone/>
                      </a:pPr>
                      <a:r>
                        <a:rPr b="0" lang="en-US" sz="1800">
                          <a:solidFill>
                            <a:srgbClr val="434343"/>
                          </a:solidFill>
                        </a:rPr>
                        <a:t>0.833633</a:t>
                      </a:r>
                      <a:endParaRPr b="0" sz="1800">
                        <a:solidFill>
                          <a:srgbClr val="434343"/>
                        </a:solidFill>
                        <a:latin typeface="Fira Sans"/>
                        <a:ea typeface="Fira Sans"/>
                        <a:cs typeface="Fira Sans"/>
                        <a:sym typeface="Fira Sans"/>
                      </a:endParaRPr>
                    </a:p>
                  </a:txBody>
                  <a:tcPr marT="19050" marB="19050" marR="76200" marL="76200"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2"/>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Hadron identification: Data vs MC features</a:t>
            </a:r>
            <a:endParaRPr/>
          </a:p>
        </p:txBody>
      </p:sp>
      <p:sp>
        <p:nvSpPr>
          <p:cNvPr id="186" name="Google Shape;186;p22"/>
          <p:cNvSpPr txBox="1"/>
          <p:nvPr>
            <p:ph idx="1" type="body"/>
          </p:nvPr>
        </p:nvSpPr>
        <p:spPr>
          <a:xfrm>
            <a:off x="609600" y="1249680"/>
            <a:ext cx="10972800" cy="88625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43643"/>
              </a:buClr>
              <a:buSzPts val="2400"/>
              <a:buChar char="•"/>
            </a:pPr>
            <a:r>
              <a:rPr lang="en-US"/>
              <a:t>Before testing the AI on real data, we can compare the inputs features between MC and data for π</a:t>
            </a:r>
            <a:r>
              <a:rPr baseline="30000" lang="en-US"/>
              <a:t>-</a:t>
            </a:r>
            <a:r>
              <a:rPr lang="en-US"/>
              <a:t>:</a:t>
            </a:r>
            <a:endParaRPr/>
          </a:p>
        </p:txBody>
      </p:sp>
      <p:sp>
        <p:nvSpPr>
          <p:cNvPr id="187" name="Google Shape;187;p2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188" name="Google Shape;188;p2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189" name="Google Shape;189;p2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0" name="Google Shape;190;p22"/>
          <p:cNvPicPr preferRelativeResize="0"/>
          <p:nvPr/>
        </p:nvPicPr>
        <p:blipFill rotWithShape="1">
          <a:blip r:embed="rId3">
            <a:alphaModFix/>
          </a:blip>
          <a:srcRect b="0" l="0" r="0" t="1652"/>
          <a:stretch/>
        </p:blipFill>
        <p:spPr>
          <a:xfrm>
            <a:off x="68566" y="1946860"/>
            <a:ext cx="8499049" cy="2330671"/>
          </a:xfrm>
          <a:prstGeom prst="rect">
            <a:avLst/>
          </a:prstGeom>
          <a:noFill/>
          <a:ln>
            <a:noFill/>
          </a:ln>
        </p:spPr>
      </p:pic>
      <p:pic>
        <p:nvPicPr>
          <p:cNvPr id="191" name="Google Shape;191;p22"/>
          <p:cNvPicPr preferRelativeResize="0"/>
          <p:nvPr/>
        </p:nvPicPr>
        <p:blipFill rotWithShape="1">
          <a:blip r:embed="rId4">
            <a:alphaModFix/>
          </a:blip>
          <a:srcRect b="0" l="0" r="0" t="0"/>
          <a:stretch/>
        </p:blipFill>
        <p:spPr>
          <a:xfrm>
            <a:off x="68566" y="4295863"/>
            <a:ext cx="5680129" cy="2445381"/>
          </a:xfrm>
          <a:prstGeom prst="rect">
            <a:avLst/>
          </a:prstGeom>
          <a:noFill/>
          <a:ln>
            <a:noFill/>
          </a:ln>
        </p:spPr>
      </p:pic>
      <p:sp>
        <p:nvSpPr>
          <p:cNvPr id="192" name="Google Shape;192;p22"/>
          <p:cNvSpPr txBox="1"/>
          <p:nvPr/>
        </p:nvSpPr>
        <p:spPr>
          <a:xfrm>
            <a:off x="5959098" y="4486090"/>
            <a:ext cx="6028841" cy="169773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43643"/>
              </a:buClr>
              <a:buSzPts val="2400"/>
              <a:buFont typeface="Arial"/>
              <a:buNone/>
            </a:pPr>
            <a:r>
              <a:rPr lang="en-US" sz="2400">
                <a:solidFill>
                  <a:srgbClr val="243643"/>
                </a:solidFill>
                <a:latin typeface="Fira Sans Light"/>
                <a:ea typeface="Fira Sans Light"/>
                <a:cs typeface="Fira Sans Light"/>
                <a:sym typeface="Fira Sans Light"/>
              </a:rPr>
              <a:t>Phase space is flat in simulation but not in data: should not be an issue we cover the same space.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Hadron identification: Data vs MC features</a:t>
            </a:r>
            <a:endParaRPr/>
          </a:p>
        </p:txBody>
      </p:sp>
      <p:sp>
        <p:nvSpPr>
          <p:cNvPr id="198" name="Google Shape;198;p23"/>
          <p:cNvSpPr txBox="1"/>
          <p:nvPr>
            <p:ph idx="1" type="body"/>
          </p:nvPr>
        </p:nvSpPr>
        <p:spPr>
          <a:xfrm>
            <a:off x="609600" y="1249680"/>
            <a:ext cx="10972800" cy="88625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43643"/>
              </a:buClr>
              <a:buSzPts val="2400"/>
              <a:buChar char="•"/>
            </a:pPr>
            <a:r>
              <a:rPr lang="en-US"/>
              <a:t>Before testing the AI on real data, we can compare the inputs features between MC and data for π</a:t>
            </a:r>
            <a:r>
              <a:rPr baseline="30000" lang="en-US"/>
              <a:t>-</a:t>
            </a:r>
            <a:r>
              <a:rPr lang="en-US"/>
              <a:t>:</a:t>
            </a:r>
            <a:endParaRPr/>
          </a:p>
        </p:txBody>
      </p:sp>
      <p:sp>
        <p:nvSpPr>
          <p:cNvPr id="199" name="Google Shape;199;p2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200" name="Google Shape;200;p2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201" name="Google Shape;201;p2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2" name="Google Shape;202;p23"/>
          <p:cNvSpPr txBox="1"/>
          <p:nvPr/>
        </p:nvSpPr>
        <p:spPr>
          <a:xfrm>
            <a:off x="5959098" y="4486090"/>
            <a:ext cx="6028841" cy="1697733"/>
          </a:xfrm>
          <a:prstGeom prst="rect">
            <a:avLst/>
          </a:prstGeom>
          <a:noFill/>
          <a:ln>
            <a:noFill/>
          </a:ln>
        </p:spPr>
        <p:txBody>
          <a:bodyPr anchorCtr="0" anchor="t" bIns="45700" lIns="91425" spcFirstLastPara="1" rIns="91425" wrap="square" tIns="45700">
            <a:normAutofit fontScale="92500"/>
          </a:bodyPr>
          <a:lstStyle/>
          <a:p>
            <a:pPr indent="0" lvl="0" marL="0" marR="0" rtl="0" algn="l">
              <a:spcBef>
                <a:spcPts val="0"/>
              </a:spcBef>
              <a:spcAft>
                <a:spcPts val="0"/>
              </a:spcAft>
              <a:buClr>
                <a:srgbClr val="243643"/>
              </a:buClr>
              <a:buSzPct val="100000"/>
              <a:buFont typeface="Arial"/>
              <a:buNone/>
            </a:pPr>
            <a:r>
              <a:rPr lang="en-US" sz="2400">
                <a:solidFill>
                  <a:srgbClr val="243643"/>
                </a:solidFill>
                <a:latin typeface="Fira Sans Light"/>
                <a:ea typeface="Fira Sans Light"/>
                <a:cs typeface="Fira Sans Light"/>
                <a:sym typeface="Fira Sans Light"/>
              </a:rPr>
              <a:t>Energy (both in CAL and FTOF) are well reproduce in simulation, same for calorimeter shower width and 2nd moment of the shower are also well reproduce.</a:t>
            </a:r>
            <a:endParaRPr/>
          </a:p>
        </p:txBody>
      </p:sp>
      <p:pic>
        <p:nvPicPr>
          <p:cNvPr id="203" name="Google Shape;203;p23"/>
          <p:cNvPicPr preferRelativeResize="0"/>
          <p:nvPr/>
        </p:nvPicPr>
        <p:blipFill rotWithShape="1">
          <a:blip r:embed="rId3">
            <a:alphaModFix/>
          </a:blip>
          <a:srcRect b="0" l="0" r="0" t="0"/>
          <a:stretch/>
        </p:blipFill>
        <p:spPr>
          <a:xfrm>
            <a:off x="94280" y="2020253"/>
            <a:ext cx="10357575" cy="2226283"/>
          </a:xfrm>
          <a:prstGeom prst="rect">
            <a:avLst/>
          </a:prstGeom>
          <a:noFill/>
          <a:ln>
            <a:noFill/>
          </a:ln>
        </p:spPr>
      </p:pic>
      <p:pic>
        <p:nvPicPr>
          <p:cNvPr id="204" name="Google Shape;204;p23"/>
          <p:cNvPicPr preferRelativeResize="0"/>
          <p:nvPr/>
        </p:nvPicPr>
        <p:blipFill rotWithShape="1">
          <a:blip r:embed="rId4">
            <a:alphaModFix/>
          </a:blip>
          <a:srcRect b="0" l="0" r="0" t="0"/>
          <a:stretch/>
        </p:blipFill>
        <p:spPr>
          <a:xfrm>
            <a:off x="94280" y="4252044"/>
            <a:ext cx="2765504" cy="2605956"/>
          </a:xfrm>
          <a:prstGeom prst="rect">
            <a:avLst/>
          </a:prstGeom>
          <a:noFill/>
          <a:ln>
            <a:noFill/>
          </a:ln>
        </p:spPr>
      </p:pic>
      <p:pic>
        <p:nvPicPr>
          <p:cNvPr id="205" name="Google Shape;205;p23"/>
          <p:cNvPicPr preferRelativeResize="0"/>
          <p:nvPr/>
        </p:nvPicPr>
        <p:blipFill rotWithShape="1">
          <a:blip r:embed="rId5">
            <a:alphaModFix/>
          </a:blip>
          <a:srcRect b="0" l="0" r="0" t="0"/>
          <a:stretch/>
        </p:blipFill>
        <p:spPr>
          <a:xfrm>
            <a:off x="2908299" y="4240240"/>
            <a:ext cx="2655593" cy="248123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4"/>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Hadron identification: Data vs MC features</a:t>
            </a:r>
            <a:endParaRPr/>
          </a:p>
        </p:txBody>
      </p:sp>
      <p:sp>
        <p:nvSpPr>
          <p:cNvPr id="211" name="Google Shape;211;p24"/>
          <p:cNvSpPr txBox="1"/>
          <p:nvPr>
            <p:ph idx="1" type="body"/>
          </p:nvPr>
        </p:nvSpPr>
        <p:spPr>
          <a:xfrm>
            <a:off x="609600" y="1249680"/>
            <a:ext cx="10972800" cy="88625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43643"/>
              </a:buClr>
              <a:buSzPts val="2400"/>
              <a:buChar char="•"/>
            </a:pPr>
            <a:r>
              <a:rPr lang="en-US"/>
              <a:t>Before testing the AI on real data, we can compare the inputs features between MC and data for π</a:t>
            </a:r>
            <a:r>
              <a:rPr baseline="30000" lang="en-US"/>
              <a:t>-</a:t>
            </a:r>
            <a:r>
              <a:rPr lang="en-US"/>
              <a:t>:</a:t>
            </a:r>
            <a:endParaRPr/>
          </a:p>
        </p:txBody>
      </p:sp>
      <p:sp>
        <p:nvSpPr>
          <p:cNvPr id="212" name="Google Shape;212;p2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213" name="Google Shape;213;p2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214" name="Google Shape;214;p2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5" name="Google Shape;215;p24"/>
          <p:cNvSpPr txBox="1"/>
          <p:nvPr/>
        </p:nvSpPr>
        <p:spPr>
          <a:xfrm>
            <a:off x="5959098" y="4486090"/>
            <a:ext cx="6028841" cy="169773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43643"/>
              </a:buClr>
              <a:buSzPts val="2400"/>
              <a:buFont typeface="Arial"/>
              <a:buNone/>
            </a:pPr>
            <a:r>
              <a:rPr lang="en-US" sz="2400">
                <a:solidFill>
                  <a:srgbClr val="243643"/>
                </a:solidFill>
                <a:latin typeface="Fira Sans Light"/>
                <a:ea typeface="Fira Sans Light"/>
                <a:cs typeface="Fira Sans Light"/>
                <a:sym typeface="Fira Sans Light"/>
              </a:rPr>
              <a:t>I have a ~30ns shift for the timing in all detector between MC and Data.</a:t>
            </a:r>
            <a:endParaRPr/>
          </a:p>
          <a:p>
            <a:pPr indent="0" lvl="0" marL="0" marR="0" rtl="0" algn="l">
              <a:spcBef>
                <a:spcPts val="480"/>
              </a:spcBef>
              <a:spcAft>
                <a:spcPts val="0"/>
              </a:spcAft>
              <a:buClr>
                <a:srgbClr val="243643"/>
              </a:buClr>
              <a:buSzPts val="2400"/>
              <a:buFont typeface="Arial"/>
              <a:buNone/>
            </a:pPr>
            <a:r>
              <a:rPr lang="en-US" sz="2400">
                <a:solidFill>
                  <a:srgbClr val="243643"/>
                </a:solidFill>
                <a:latin typeface="Fira Sans Light"/>
                <a:ea typeface="Fira Sans Light"/>
                <a:cs typeface="Fira Sans Light"/>
                <a:sym typeface="Fira Sans Light"/>
              </a:rPr>
              <a:t>I should use the time – start time not the raw time.</a:t>
            </a:r>
            <a:endParaRPr/>
          </a:p>
        </p:txBody>
      </p:sp>
      <p:pic>
        <p:nvPicPr>
          <p:cNvPr id="216" name="Google Shape;216;p24"/>
          <p:cNvPicPr preferRelativeResize="0"/>
          <p:nvPr/>
        </p:nvPicPr>
        <p:blipFill rotWithShape="1">
          <a:blip r:embed="rId3">
            <a:alphaModFix/>
          </a:blip>
          <a:srcRect b="0" l="0" r="34221" t="0"/>
          <a:stretch/>
        </p:blipFill>
        <p:spPr>
          <a:xfrm>
            <a:off x="133026" y="1975300"/>
            <a:ext cx="5353374" cy="2410473"/>
          </a:xfrm>
          <a:prstGeom prst="rect">
            <a:avLst/>
          </a:prstGeom>
          <a:noFill/>
          <a:ln>
            <a:noFill/>
          </a:ln>
        </p:spPr>
      </p:pic>
      <p:pic>
        <p:nvPicPr>
          <p:cNvPr id="217" name="Google Shape;217;p24"/>
          <p:cNvPicPr preferRelativeResize="0"/>
          <p:nvPr/>
        </p:nvPicPr>
        <p:blipFill rotWithShape="1">
          <a:blip r:embed="rId4">
            <a:alphaModFix/>
          </a:blip>
          <a:srcRect b="0" l="0" r="0" t="0"/>
          <a:stretch/>
        </p:blipFill>
        <p:spPr>
          <a:xfrm>
            <a:off x="133026" y="4349768"/>
            <a:ext cx="2654989" cy="2508231"/>
          </a:xfrm>
          <a:prstGeom prst="rect">
            <a:avLst/>
          </a:prstGeom>
          <a:noFill/>
          <a:ln>
            <a:noFill/>
          </a:ln>
        </p:spPr>
      </p:pic>
      <p:pic>
        <p:nvPicPr>
          <p:cNvPr id="218" name="Google Shape;218;p24"/>
          <p:cNvPicPr preferRelativeResize="0"/>
          <p:nvPr/>
        </p:nvPicPr>
        <p:blipFill rotWithShape="1">
          <a:blip r:embed="rId5">
            <a:alphaModFix/>
          </a:blip>
          <a:srcRect b="0" l="0" r="0" t="0"/>
          <a:stretch/>
        </p:blipFill>
        <p:spPr>
          <a:xfrm>
            <a:off x="2788015" y="4313562"/>
            <a:ext cx="2603652" cy="2508230"/>
          </a:xfrm>
          <a:prstGeom prst="rect">
            <a:avLst/>
          </a:prstGeom>
          <a:noFill/>
          <a:ln>
            <a:noFill/>
          </a:ln>
        </p:spPr>
      </p:pic>
      <p:pic>
        <p:nvPicPr>
          <p:cNvPr id="219" name="Google Shape;219;p24"/>
          <p:cNvPicPr preferRelativeResize="0"/>
          <p:nvPr/>
        </p:nvPicPr>
        <p:blipFill rotWithShape="1">
          <a:blip r:embed="rId6">
            <a:alphaModFix/>
          </a:blip>
          <a:srcRect b="0" l="0" r="0" t="0"/>
          <a:stretch/>
        </p:blipFill>
        <p:spPr>
          <a:xfrm>
            <a:off x="8384236" y="1992848"/>
            <a:ext cx="2542233" cy="2359776"/>
          </a:xfrm>
          <a:prstGeom prst="rect">
            <a:avLst/>
          </a:prstGeom>
          <a:noFill/>
          <a:ln>
            <a:noFill/>
          </a:ln>
        </p:spPr>
      </p:pic>
      <p:pic>
        <p:nvPicPr>
          <p:cNvPr id="220" name="Google Shape;220;p24"/>
          <p:cNvPicPr preferRelativeResize="0"/>
          <p:nvPr/>
        </p:nvPicPr>
        <p:blipFill rotWithShape="1">
          <a:blip r:embed="rId7">
            <a:alphaModFix/>
          </a:blip>
          <a:srcRect b="0" l="0" r="0" t="0"/>
          <a:stretch/>
        </p:blipFill>
        <p:spPr>
          <a:xfrm>
            <a:off x="5703132" y="1989990"/>
            <a:ext cx="2521235" cy="23597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5"/>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Hadron identification: Data vs MC features</a:t>
            </a:r>
            <a:endParaRPr/>
          </a:p>
        </p:txBody>
      </p:sp>
      <p:sp>
        <p:nvSpPr>
          <p:cNvPr id="226" name="Google Shape;226;p25"/>
          <p:cNvSpPr txBox="1"/>
          <p:nvPr>
            <p:ph idx="1" type="body"/>
          </p:nvPr>
        </p:nvSpPr>
        <p:spPr>
          <a:xfrm>
            <a:off x="609600" y="1249680"/>
            <a:ext cx="10972800" cy="88625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43643"/>
              </a:buClr>
              <a:buSzPts val="2400"/>
              <a:buChar char="•"/>
            </a:pPr>
            <a:r>
              <a:rPr lang="en-US"/>
              <a:t>Due to the timing difference between the MC and Data, I can’t test the AI on real data, I need to retrain using the time - start time</a:t>
            </a:r>
            <a:endParaRPr/>
          </a:p>
        </p:txBody>
      </p:sp>
      <p:sp>
        <p:nvSpPr>
          <p:cNvPr id="227" name="Google Shape;227;p2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228" name="Google Shape;228;p2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229" name="Google Shape;229;p2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0" name="Google Shape;230;p25"/>
          <p:cNvPicPr preferRelativeResize="0"/>
          <p:nvPr/>
        </p:nvPicPr>
        <p:blipFill rotWithShape="1">
          <a:blip r:embed="rId3">
            <a:alphaModFix/>
          </a:blip>
          <a:srcRect b="0" l="0" r="0" t="0"/>
          <a:stretch/>
        </p:blipFill>
        <p:spPr>
          <a:xfrm>
            <a:off x="6834187" y="3179486"/>
            <a:ext cx="2570947" cy="2428835"/>
          </a:xfrm>
          <a:prstGeom prst="rect">
            <a:avLst/>
          </a:prstGeom>
          <a:noFill/>
          <a:ln>
            <a:noFill/>
          </a:ln>
        </p:spPr>
      </p:pic>
      <p:pic>
        <p:nvPicPr>
          <p:cNvPr id="231" name="Google Shape;231;p25"/>
          <p:cNvPicPr preferRelativeResize="0"/>
          <p:nvPr/>
        </p:nvPicPr>
        <p:blipFill rotWithShape="1">
          <a:blip r:embed="rId4">
            <a:alphaModFix/>
          </a:blip>
          <a:srcRect b="0" l="0" r="0" t="0"/>
          <a:stretch/>
        </p:blipFill>
        <p:spPr>
          <a:xfrm>
            <a:off x="9369042" y="3179486"/>
            <a:ext cx="2521235" cy="2428834"/>
          </a:xfrm>
          <a:prstGeom prst="rect">
            <a:avLst/>
          </a:prstGeom>
          <a:noFill/>
          <a:ln>
            <a:noFill/>
          </a:ln>
        </p:spPr>
      </p:pic>
      <p:pic>
        <p:nvPicPr>
          <p:cNvPr id="232" name="Google Shape;232;p25"/>
          <p:cNvPicPr preferRelativeResize="0"/>
          <p:nvPr/>
        </p:nvPicPr>
        <p:blipFill rotWithShape="1">
          <a:blip r:embed="rId5">
            <a:alphaModFix/>
          </a:blip>
          <a:srcRect b="0" l="0" r="0" t="0"/>
          <a:stretch/>
        </p:blipFill>
        <p:spPr>
          <a:xfrm>
            <a:off x="202046" y="2135933"/>
            <a:ext cx="6504708" cy="397304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6"/>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Hadron identification: Limitation</a:t>
            </a:r>
            <a:endParaRPr/>
          </a:p>
        </p:txBody>
      </p:sp>
      <p:sp>
        <p:nvSpPr>
          <p:cNvPr id="238" name="Google Shape;238;p26"/>
          <p:cNvSpPr txBox="1"/>
          <p:nvPr>
            <p:ph idx="1" type="body"/>
          </p:nvPr>
        </p:nvSpPr>
        <p:spPr>
          <a:xfrm>
            <a:off x="609600" y="1249680"/>
            <a:ext cx="10972800" cy="4860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43643"/>
              </a:buClr>
              <a:buSzPts val="2400"/>
              <a:buChar char="•"/>
            </a:pPr>
            <a:r>
              <a:rPr lang="en-US"/>
              <a:t>The AI requires calorimeter variables as input, involving more detectors than conventional PID — this reduces the number of detected pions.</a:t>
            </a:r>
            <a:endParaRPr/>
          </a:p>
          <a:p>
            <a:pPr indent="-342900" lvl="0" marL="342900" rtl="0" algn="l">
              <a:spcBef>
                <a:spcPts val="480"/>
              </a:spcBef>
              <a:spcAft>
                <a:spcPts val="0"/>
              </a:spcAft>
              <a:buClr>
                <a:srgbClr val="243643"/>
              </a:buClr>
              <a:buSzPts val="2400"/>
              <a:buChar char="•"/>
            </a:pPr>
            <a:r>
              <a:rPr lang="en-US"/>
              <a:t>Solution: Allow the AI to handle NaN values, so calorimeter information is no longer strictly required. This is already implemented, but there is room for further improvement.</a:t>
            </a:r>
            <a:endParaRPr/>
          </a:p>
          <a:p>
            <a:pPr indent="-190500" lvl="0" marL="342900" rtl="0" algn="l">
              <a:spcBef>
                <a:spcPts val="480"/>
              </a:spcBef>
              <a:spcAft>
                <a:spcPts val="0"/>
              </a:spcAft>
              <a:buClr>
                <a:srgbClr val="243643"/>
              </a:buClr>
              <a:buSzPts val="2400"/>
              <a:buNone/>
            </a:pPr>
            <a:r>
              <a:t/>
            </a:r>
            <a:endParaRPr b="1"/>
          </a:p>
          <a:p>
            <a:pPr indent="-342900" lvl="0" marL="342900" rtl="0" algn="l">
              <a:spcBef>
                <a:spcPts val="480"/>
              </a:spcBef>
              <a:spcAft>
                <a:spcPts val="0"/>
              </a:spcAft>
              <a:buClr>
                <a:srgbClr val="243643"/>
              </a:buClr>
              <a:buSzPts val="2400"/>
              <a:buChar char="•"/>
            </a:pPr>
            <a:r>
              <a:rPr lang="en-US"/>
              <a:t>Improvements in purity may be of limited impact, as Δt or χ²PID cuts are already applied in analyses. Gains in efficiency are therefore more valuable.</a:t>
            </a:r>
            <a:endParaRPr/>
          </a:p>
        </p:txBody>
      </p:sp>
      <p:sp>
        <p:nvSpPr>
          <p:cNvPr id="239" name="Google Shape;239;p2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240" name="Google Shape;240;p2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241" name="Google Shape;241;p2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7"/>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Hadron identification: Limitation</a:t>
            </a:r>
            <a:endParaRPr/>
          </a:p>
        </p:txBody>
      </p:sp>
      <p:sp>
        <p:nvSpPr>
          <p:cNvPr id="247" name="Google Shape;247;p27"/>
          <p:cNvSpPr txBox="1"/>
          <p:nvPr>
            <p:ph idx="1" type="body"/>
          </p:nvPr>
        </p:nvSpPr>
        <p:spPr>
          <a:xfrm>
            <a:off x="609600" y="1249680"/>
            <a:ext cx="10972800" cy="781248"/>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rgbClr val="243643"/>
              </a:buClr>
              <a:buSzPts val="2400"/>
              <a:buChar char="•"/>
            </a:pPr>
            <a:r>
              <a:rPr lang="en-US"/>
              <a:t>Improvements in purity may be of limited impact, as Δt or χ²PID cuts are already applied in analyses. Gains in efficiency are therefore more valuable.</a:t>
            </a:r>
            <a:endParaRPr/>
          </a:p>
        </p:txBody>
      </p:sp>
      <p:sp>
        <p:nvSpPr>
          <p:cNvPr id="248" name="Google Shape;248;p2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249" name="Google Shape;249;p2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250" name="Google Shape;250;p2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51" name="Google Shape;251;p27"/>
          <p:cNvPicPr preferRelativeResize="0"/>
          <p:nvPr/>
        </p:nvPicPr>
        <p:blipFill rotWithShape="1">
          <a:blip r:embed="rId3">
            <a:alphaModFix/>
          </a:blip>
          <a:srcRect b="0" l="0" r="0" t="0"/>
          <a:stretch/>
        </p:blipFill>
        <p:spPr>
          <a:xfrm>
            <a:off x="175445" y="1914690"/>
            <a:ext cx="6484386" cy="4325423"/>
          </a:xfrm>
          <a:prstGeom prst="rect">
            <a:avLst/>
          </a:prstGeom>
          <a:noFill/>
          <a:ln>
            <a:noFill/>
          </a:ln>
        </p:spPr>
      </p:pic>
      <p:pic>
        <p:nvPicPr>
          <p:cNvPr id="252" name="Google Shape;252;p27"/>
          <p:cNvPicPr preferRelativeResize="0"/>
          <p:nvPr/>
        </p:nvPicPr>
        <p:blipFill rotWithShape="1">
          <a:blip r:embed="rId4">
            <a:alphaModFix/>
          </a:blip>
          <a:srcRect b="0" l="0" r="0" t="0"/>
          <a:stretch/>
        </p:blipFill>
        <p:spPr>
          <a:xfrm>
            <a:off x="6773028" y="1914690"/>
            <a:ext cx="5243527" cy="3180500"/>
          </a:xfrm>
          <a:prstGeom prst="rect">
            <a:avLst/>
          </a:prstGeom>
          <a:noFill/>
          <a:ln>
            <a:noFill/>
          </a:ln>
        </p:spPr>
      </p:pic>
      <p:sp>
        <p:nvSpPr>
          <p:cNvPr id="253" name="Google Shape;253;p27"/>
          <p:cNvSpPr txBox="1"/>
          <p:nvPr/>
        </p:nvSpPr>
        <p:spPr>
          <a:xfrm>
            <a:off x="6679633" y="5095190"/>
            <a:ext cx="5336921" cy="1679633"/>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rgbClr val="243643"/>
              </a:buClr>
              <a:buSzPts val="2400"/>
              <a:buFont typeface="Arial"/>
              <a:buChar char="•"/>
            </a:pPr>
            <a:r>
              <a:rPr lang="en-US" sz="2400">
                <a:solidFill>
                  <a:srgbClr val="243643"/>
                </a:solidFill>
                <a:latin typeface="Fira Sans Light"/>
                <a:ea typeface="Fira Sans Light"/>
                <a:cs typeface="Fira Sans Light"/>
                <a:sym typeface="Fira Sans Light"/>
              </a:rPr>
              <a:t>The impact of the purity improvement need to be study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8"/>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Hadron identification: Limitation</a:t>
            </a:r>
            <a:endParaRPr/>
          </a:p>
        </p:txBody>
      </p:sp>
      <p:sp>
        <p:nvSpPr>
          <p:cNvPr id="259" name="Google Shape;259;p28"/>
          <p:cNvSpPr txBox="1"/>
          <p:nvPr>
            <p:ph idx="1" type="body"/>
          </p:nvPr>
        </p:nvSpPr>
        <p:spPr>
          <a:xfrm>
            <a:off x="609600" y="1249680"/>
            <a:ext cx="10972800" cy="781248"/>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rgbClr val="243643"/>
              </a:buClr>
              <a:buSzPts val="2400"/>
              <a:buChar char="•"/>
            </a:pPr>
            <a:r>
              <a:rPr lang="en-US"/>
              <a:t>Improvements in purity may be of limited impact, as Δt or χ²PID cuts are already applied in analyses. Gains in efficiency are therefore more valuable.</a:t>
            </a:r>
            <a:endParaRPr/>
          </a:p>
        </p:txBody>
      </p:sp>
      <p:sp>
        <p:nvSpPr>
          <p:cNvPr id="260" name="Google Shape;260;p2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261" name="Google Shape;261;p2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262" name="Google Shape;262;p2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3" name="Google Shape;263;p28"/>
          <p:cNvSpPr txBox="1"/>
          <p:nvPr/>
        </p:nvSpPr>
        <p:spPr>
          <a:xfrm>
            <a:off x="6679633" y="5095190"/>
            <a:ext cx="5336921" cy="1679633"/>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rgbClr val="243643"/>
              </a:buClr>
              <a:buSzPts val="2400"/>
              <a:buFont typeface="Arial"/>
              <a:buChar char="•"/>
            </a:pPr>
            <a:r>
              <a:rPr lang="en-US" sz="2400">
                <a:solidFill>
                  <a:srgbClr val="243643"/>
                </a:solidFill>
                <a:latin typeface="Fira Sans Light"/>
                <a:ea typeface="Fira Sans Light"/>
                <a:cs typeface="Fira Sans Light"/>
                <a:sym typeface="Fira Sans Light"/>
              </a:rPr>
              <a:t>The impact of Δt on the purity need to be study</a:t>
            </a:r>
            <a:endParaRPr/>
          </a:p>
        </p:txBody>
      </p:sp>
      <p:pic>
        <p:nvPicPr>
          <p:cNvPr id="264" name="Google Shape;264;p28"/>
          <p:cNvPicPr preferRelativeResize="0"/>
          <p:nvPr/>
        </p:nvPicPr>
        <p:blipFill rotWithShape="1">
          <a:blip r:embed="rId3">
            <a:alphaModFix/>
          </a:blip>
          <a:srcRect b="0" l="0" r="0" t="0"/>
          <a:stretch/>
        </p:blipFill>
        <p:spPr>
          <a:xfrm>
            <a:off x="61992" y="1914577"/>
            <a:ext cx="6186150" cy="4126484"/>
          </a:xfrm>
          <a:prstGeom prst="rect">
            <a:avLst/>
          </a:prstGeom>
          <a:noFill/>
          <a:ln>
            <a:noFill/>
          </a:ln>
        </p:spPr>
      </p:pic>
      <p:pic>
        <p:nvPicPr>
          <p:cNvPr id="265" name="Google Shape;265;p28"/>
          <p:cNvPicPr preferRelativeResize="0"/>
          <p:nvPr/>
        </p:nvPicPr>
        <p:blipFill rotWithShape="1">
          <a:blip r:embed="rId4">
            <a:alphaModFix/>
          </a:blip>
          <a:srcRect b="0" l="0" r="0" t="0"/>
          <a:stretch/>
        </p:blipFill>
        <p:spPr>
          <a:xfrm>
            <a:off x="6395721" y="2030927"/>
            <a:ext cx="5088523" cy="308648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9"/>
          <p:cNvSpPr txBox="1"/>
          <p:nvPr>
            <p:ph type="title"/>
          </p:nvPr>
        </p:nvSpPr>
        <p:spPr>
          <a:xfrm>
            <a:off x="2085975" y="116756"/>
            <a:ext cx="9496425" cy="88625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315F"/>
              </a:buClr>
              <a:buSzPts val="3200"/>
              <a:buFont typeface="Fira Sans"/>
              <a:buNone/>
            </a:pPr>
            <a:r>
              <a:rPr lang="en-US"/>
              <a:t>Summary</a:t>
            </a:r>
            <a:endParaRPr/>
          </a:p>
        </p:txBody>
      </p:sp>
      <p:sp>
        <p:nvSpPr>
          <p:cNvPr id="271" name="Google Shape;271;p29"/>
          <p:cNvSpPr txBox="1"/>
          <p:nvPr>
            <p:ph idx="1" type="body"/>
          </p:nvPr>
        </p:nvSpPr>
        <p:spPr>
          <a:xfrm>
            <a:off x="609600" y="1249680"/>
            <a:ext cx="10972800" cy="4860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43643"/>
              </a:buClr>
              <a:buSzPts val="2400"/>
              <a:buChar char="•"/>
            </a:pPr>
            <a:r>
              <a:rPr b="1" lang="en-US"/>
              <a:t>Model:</a:t>
            </a:r>
            <a:r>
              <a:rPr lang="en-US"/>
              <a:t> CatBoost selected as best architecture (vs. XGBoost, LightGBM, MLP) — uses 96 features from REC banks</a:t>
            </a:r>
            <a:endParaRPr/>
          </a:p>
          <a:p>
            <a:pPr indent="-342900" lvl="0" marL="342900" rtl="0" algn="l">
              <a:spcBef>
                <a:spcPts val="480"/>
              </a:spcBef>
              <a:spcAft>
                <a:spcPts val="0"/>
              </a:spcAft>
              <a:buClr>
                <a:srgbClr val="243643"/>
              </a:buClr>
              <a:buSzPts val="2400"/>
              <a:buChar char="•"/>
            </a:pPr>
            <a:r>
              <a:rPr b="1" lang="en-US"/>
              <a:t>Performance:</a:t>
            </a:r>
            <a:r>
              <a:rPr lang="en-US"/>
              <a:t> Improved π and K identification at high momentum, and low-momentum K — limited gain for protons</a:t>
            </a:r>
            <a:endParaRPr/>
          </a:p>
          <a:p>
            <a:pPr indent="-342900" lvl="0" marL="342900" rtl="0" algn="l">
              <a:spcBef>
                <a:spcPts val="480"/>
              </a:spcBef>
              <a:spcAft>
                <a:spcPts val="0"/>
              </a:spcAft>
              <a:buClr>
                <a:srgbClr val="243643"/>
              </a:buClr>
              <a:buSzPts val="2400"/>
              <a:buChar char="•"/>
            </a:pPr>
            <a:r>
              <a:rPr b="1" lang="en-US"/>
              <a:t>Data vs. MC:</a:t>
            </a:r>
            <a:r>
              <a:rPr lang="en-US"/>
              <a:t> ~30 ns timing shift identified between data and simulation — retraining required using time − start time</a:t>
            </a:r>
            <a:endParaRPr/>
          </a:p>
          <a:p>
            <a:pPr indent="-342900" lvl="0" marL="342900" rtl="0" algn="l">
              <a:spcBef>
                <a:spcPts val="480"/>
              </a:spcBef>
              <a:spcAft>
                <a:spcPts val="0"/>
              </a:spcAft>
              <a:buClr>
                <a:srgbClr val="243643"/>
              </a:buClr>
              <a:buSzPts val="2400"/>
              <a:buChar char="•"/>
            </a:pPr>
            <a:r>
              <a:rPr b="1" lang="en-US"/>
              <a:t>Limitation:</a:t>
            </a:r>
            <a:r>
              <a:rPr lang="en-US"/>
              <a:t> Calorimeter variables reduce pion count — NaN handling already implemented, further improvement ongoing</a:t>
            </a:r>
            <a:endParaRPr/>
          </a:p>
          <a:p>
            <a:pPr indent="-342900" lvl="0" marL="342900" rtl="0" algn="l">
              <a:spcBef>
                <a:spcPts val="480"/>
              </a:spcBef>
              <a:spcAft>
                <a:spcPts val="0"/>
              </a:spcAft>
              <a:buClr>
                <a:srgbClr val="243643"/>
              </a:buClr>
              <a:buSzPts val="2400"/>
              <a:buChar char="•"/>
            </a:pPr>
            <a:r>
              <a:rPr b="1" lang="en-US"/>
              <a:t>Priority:</a:t>
            </a:r>
            <a:r>
              <a:rPr lang="en-US"/>
              <a:t> Efficiency gains are more valuable than purity, as Δt and χ²PID cuts are already applied in analyses</a:t>
            </a:r>
            <a:endParaRPr/>
          </a:p>
          <a:p>
            <a:pPr indent="-342900" lvl="0" marL="342900" rtl="0" algn="l">
              <a:spcBef>
                <a:spcPts val="480"/>
              </a:spcBef>
              <a:spcAft>
                <a:spcPts val="0"/>
              </a:spcAft>
              <a:buClr>
                <a:srgbClr val="243643"/>
              </a:buClr>
              <a:buSzPts val="2400"/>
              <a:buChar char="•"/>
            </a:pPr>
            <a:r>
              <a:rPr b="1" lang="en-US"/>
              <a:t>Next steps:</a:t>
            </a:r>
            <a:r>
              <a:rPr lang="en-US"/>
              <a:t> Retrain with corrected timing, validate on real data (RICH + exclusive reactions), implement in Iguana</a:t>
            </a:r>
            <a:endParaRPr/>
          </a:p>
          <a:p>
            <a:pPr indent="-342900" lvl="0" marL="342900" rtl="0" algn="l">
              <a:spcBef>
                <a:spcPts val="480"/>
              </a:spcBef>
              <a:spcAft>
                <a:spcPts val="0"/>
              </a:spcAft>
              <a:buClr>
                <a:srgbClr val="243643"/>
              </a:buClr>
              <a:buSzPts val="2400"/>
              <a:buChar char="•"/>
            </a:pPr>
            <a:r>
              <a:rPr b="1" lang="en-US"/>
              <a:t>Available:</a:t>
            </a:r>
            <a:r>
              <a:rPr lang="en-US"/>
              <a:t> Code available on GitLab</a:t>
            </a:r>
            <a:endParaRPr/>
          </a:p>
        </p:txBody>
      </p:sp>
      <p:sp>
        <p:nvSpPr>
          <p:cNvPr id="272" name="Google Shape;272;p2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02/26/26</a:t>
            </a:r>
            <a:endParaRPr/>
          </a:p>
        </p:txBody>
      </p:sp>
      <p:sp>
        <p:nvSpPr>
          <p:cNvPr id="273" name="Google Shape;273;p2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AI Software meeting</a:t>
            </a:r>
            <a:endParaRPr/>
          </a:p>
        </p:txBody>
      </p:sp>
      <p:sp>
        <p:nvSpPr>
          <p:cNvPr id="274" name="Google Shape;274;p2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