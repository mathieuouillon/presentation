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Nunito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NunitoMedium-bold.fntdata"/><Relationship Id="rId23" Type="http://schemas.openxmlformats.org/officeDocument/2006/relationships/font" Target="fonts/Nunito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Medium-boldItalic.fntdata"/><Relationship Id="rId25" Type="http://schemas.openxmlformats.org/officeDocument/2006/relationships/font" Target="fonts/Nunito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Nuni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7e033fe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27e033fe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7e033fef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7e033fef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27e033fef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27e033fef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7e033fef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27e033fef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7e033fef4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27e033fef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7e033fef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27e033fef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7e033fef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27e033fef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7e033fef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27e033fef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7e033fef4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27e033fef4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7e033fef4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27e033fef4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7e033fef4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27e033fef4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7e033fef4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27e033fef4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Analysis and cooking status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(22 January, 2025)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hyperlink" Target="https://www.jlab.org/Hall-B/shifts/admin/paper_reviews/2020/RGA_Analysis_Overview_and_Procedures_Aug_17_2020-6245173-2020-12-09-v1.pdf" TargetMode="External"/><Relationship Id="rId5" Type="http://schemas.openxmlformats.org/officeDocument/2006/relationships/hyperlink" Target="https://www.jlab.org/Hall-B/shifts/admin/paper_reviews/2024/RGM_Analysis_Note_3.pdf-7478545-2024-02-25-v5.pdf" TargetMode="External"/><Relationship Id="rId6" Type="http://schemas.openxmlformats.org/officeDocument/2006/relationships/hyperlink" Target="https://www.jlab.org/Hall-B/shifts/admin/paper_reviews/2024/Rho_Meson_Analysis_Note.pdf-6768431-2024-03-15-v1.pdf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3880"/>
              <a:t>Analysis and cooking status</a:t>
            </a:r>
            <a:endParaRPr sz="38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011525" y="3480050"/>
            <a:ext cx="41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22 January, 2025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Vertex study: Vz with and without Vx and Vy cuts</a:t>
            </a:r>
            <a:endParaRPr/>
          </a:p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33200"/>
            <a:ext cx="4503149" cy="326298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4723325" y="4358900"/>
            <a:ext cx="30090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with Vx and Vy cuts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975" y="1389188"/>
            <a:ext cx="4373150" cy="315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104975" y="4358900"/>
            <a:ext cx="30090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without Vx and Vy cuts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43975" y="672500"/>
            <a:ext cx="8650500" cy="7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Use Pass0v7 data, run 018563, 018564, and 018565, CuSn target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Check the effect of Vx 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and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Vy cuts on Vz for the electron: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Vertex study: vz with and without Vx and Vy cuts</a:t>
            </a:r>
            <a:endParaRPr/>
          </a:p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4764000" y="571200"/>
            <a:ext cx="30090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28600" y="1311500"/>
            <a:ext cx="30090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274400" y="848450"/>
            <a:ext cx="36561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without Vx and Vy cuts: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μ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:-8.44092 cm, μ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:-3.57345 cm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𝜎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:0.666788 cm, 𝜎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:0.787793 cm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4177750" y="848450"/>
            <a:ext cx="3723900" cy="13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with Vx and Vy cuts: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μ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1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:-8.4429 cm, μ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2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:-3.5734 cm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𝜎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1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:0.666602 cm, 𝜎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2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:0.796239 cm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100000" y="2571750"/>
            <a:ext cx="87657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Small difference between, can remove at least for the electron, the Vx and Vy cuts.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Check on the charged pions.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0" y="0"/>
            <a:ext cx="83490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Vertex study: Vz with and without Vx and Vy cuts, π</a:t>
            </a:r>
            <a:r>
              <a:rPr baseline="30000" lang="fr"/>
              <a:t>+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88100" y="718325"/>
            <a:ext cx="8900100" cy="7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Use Pass0v7 data, run 018563, 018564, and 018565, </a:t>
            </a:r>
            <a:r>
              <a:rPr b="1" lang="fr">
                <a:latin typeface="Nunito"/>
                <a:ea typeface="Nunito"/>
                <a:cs typeface="Nunito"/>
                <a:sym typeface="Nunito"/>
              </a:rPr>
              <a:t>Cu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target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Check the effect of Vx and Vy cuts on Vz for the </a:t>
            </a:r>
            <a:r>
              <a:rPr b="1" lang="fr"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="1" baseline="30000" lang="fr"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: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00" y="1330025"/>
            <a:ext cx="4445691" cy="33544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104975" y="4358900"/>
            <a:ext cx="30090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without Vx and Vy cuts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3800" y="1484225"/>
            <a:ext cx="4445700" cy="317959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4723325" y="4358900"/>
            <a:ext cx="30090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with Vx and Vy cuts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0" y="0"/>
            <a:ext cx="83490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Vertex study: Vz with and without Vx and Vy cuts, π</a:t>
            </a:r>
            <a:r>
              <a:rPr baseline="30000" lang="fr"/>
              <a:t>+</a:t>
            </a:r>
            <a:endParaRPr/>
          </a:p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274400" y="848450"/>
            <a:ext cx="36561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without Vx and Vy cuts: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μ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-7.46329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cm, μ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-2.64484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cm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𝜎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0.765496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cm, 𝜎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0.582904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cm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4177750" y="848450"/>
            <a:ext cx="3723900" cy="13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with Vx and Vy cuts: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μ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1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-7.48404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cm, μ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2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-2.60837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cm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𝜎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1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0.741636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cm, 𝜎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2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0.588712 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cm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100000" y="2571750"/>
            <a:ext cx="87657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Small difference between, can remove at least for the electron, the Vx and Vy cuts.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However, there was a reduction in the number of events from 10 to 15%.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0" y="0"/>
            <a:ext cx="83490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Vertex study: Vz with and without Vx and Vy cuts, π</a:t>
            </a:r>
            <a:r>
              <a:rPr baseline="30000" lang="fr"/>
              <a:t>-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88100" y="718325"/>
            <a:ext cx="8900100" cy="7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Use Pass0v7 data, run 018563, 018564, and 018565, </a:t>
            </a:r>
            <a:r>
              <a:rPr b="1" lang="fr">
                <a:latin typeface="Nunito"/>
                <a:ea typeface="Nunito"/>
                <a:cs typeface="Nunito"/>
                <a:sym typeface="Nunito"/>
              </a:rPr>
              <a:t>Cu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target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Check the effect of Vx and Vy cuts on Vz for the </a:t>
            </a:r>
            <a:r>
              <a:rPr b="1" lang="fr"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="1" baseline="30000" lang="fr"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: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50" y="1409700"/>
            <a:ext cx="4407909" cy="323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/>
        </p:nvSpPr>
        <p:spPr>
          <a:xfrm>
            <a:off x="104975" y="4358900"/>
            <a:ext cx="30090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without Vx and Vy cuts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8651" y="1406487"/>
            <a:ext cx="4407899" cy="323695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4723325" y="4358900"/>
            <a:ext cx="30090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with Vx and Vy cuts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0" y="0"/>
            <a:ext cx="83490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Vertex study: Vz with and without Vx and Vy cuts, π</a:t>
            </a:r>
            <a:r>
              <a:rPr baseline="30000" lang="fr"/>
              <a:t>-</a:t>
            </a:r>
            <a:endParaRPr/>
          </a:p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22" name="Google Shape;122;p19"/>
          <p:cNvSpPr txBox="1"/>
          <p:nvPr/>
        </p:nvSpPr>
        <p:spPr>
          <a:xfrm>
            <a:off x="4742100" y="885675"/>
            <a:ext cx="36561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with Vx and Vy cuts: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μ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:-8.39617 cm, μ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:-3.32516 cm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𝜎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:0.85648 cm, 𝜎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:0.615739 cm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315050" y="935925"/>
            <a:ext cx="3723900" cy="13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without Vx and Vy cuts: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μ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1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-8.40478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cm, μ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2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:-3.34964 cm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𝜎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1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0.863088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cm, 𝜎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2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:0.642865 cm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100000" y="2571750"/>
            <a:ext cx="87657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Small difference between, can remove at least for the electron, the Vx and Vy cuts.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However, there was a reduction in the number of events from 10 to 15%.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0" y="0"/>
            <a:ext cx="83490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Vertex study: Vz with and without Vx and Vy cuts, π</a:t>
            </a:r>
            <a:r>
              <a:rPr baseline="30000" lang="fr"/>
              <a:t>+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88100" y="718325"/>
            <a:ext cx="8900100" cy="7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Use Pass0v7 data, run 018563, 018564, and 018565, </a:t>
            </a:r>
            <a:r>
              <a:rPr b="1" lang="fr">
                <a:latin typeface="Nunito"/>
                <a:ea typeface="Nunito"/>
                <a:cs typeface="Nunito"/>
                <a:sym typeface="Nunito"/>
              </a:rPr>
              <a:t>Sn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target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Check the effect of Vx and Vy cuts on Vz for the </a:t>
            </a:r>
            <a:r>
              <a:rPr b="1" lang="fr"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="1" baseline="30000" lang="fr"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: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" name="Google Shape;131;p20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2" name="Google Shape;132;p20"/>
          <p:cNvSpPr txBox="1"/>
          <p:nvPr/>
        </p:nvSpPr>
        <p:spPr>
          <a:xfrm>
            <a:off x="104975" y="4358900"/>
            <a:ext cx="30090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without Vx and Vy cuts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4723325" y="4358900"/>
            <a:ext cx="30090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with Vx and Vy cuts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2975" y="1372350"/>
            <a:ext cx="4266025" cy="3012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225" y="1372350"/>
            <a:ext cx="4266024" cy="3022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0" y="0"/>
            <a:ext cx="83490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Vertex study: Vz with and without Vx and Vy cuts, π</a:t>
            </a:r>
            <a:r>
              <a:rPr baseline="30000" lang="fr"/>
              <a:t>+</a:t>
            </a:r>
            <a:endParaRPr/>
          </a:p>
        </p:txBody>
      </p:sp>
      <p:sp>
        <p:nvSpPr>
          <p:cNvPr id="141" name="Google Shape;141;p21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42" name="Google Shape;142;p21"/>
          <p:cNvSpPr txBox="1"/>
          <p:nvPr/>
        </p:nvSpPr>
        <p:spPr>
          <a:xfrm>
            <a:off x="274400" y="848450"/>
            <a:ext cx="36561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without Vx and Vy cuts: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μ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-7.71096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cm, μ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-2.57297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cm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𝜎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0.437021 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cm, 𝜎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0.758201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cm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4177750" y="848450"/>
            <a:ext cx="3723900" cy="13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with Vx and Vy cuts: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μ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1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-7.66705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cm, μ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2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-2.57891 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cm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𝜎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1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0.435134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cm, 𝜎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2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0.736229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cm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100000" y="2571750"/>
            <a:ext cx="87657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Small difference between, can remove at least for the electron, the Vx and Vy cuts.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However, there was a reduction in the number of events from 10 to 15%.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0" y="0"/>
            <a:ext cx="83490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Vertex study: Vz with and without Vx and Vy cuts, π</a:t>
            </a:r>
            <a:r>
              <a:rPr baseline="30000" lang="fr"/>
              <a:t>-</a:t>
            </a:r>
            <a:endParaRPr/>
          </a:p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88100" y="718325"/>
            <a:ext cx="8900100" cy="7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Use Pass0v7 data, run 018563, 018564, and 018565, </a:t>
            </a:r>
            <a:r>
              <a:rPr b="1" lang="fr">
                <a:latin typeface="Nunito"/>
                <a:ea typeface="Nunito"/>
                <a:cs typeface="Nunito"/>
                <a:sym typeface="Nunito"/>
              </a:rPr>
              <a:t>Sn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target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Check the effect of Vx and Vy cuts on Vz for the </a:t>
            </a:r>
            <a:r>
              <a:rPr b="1" lang="fr"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="1" baseline="30000" lang="fr"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: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104975" y="4358900"/>
            <a:ext cx="30090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without Vx and Vy cuts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4723325" y="4358900"/>
            <a:ext cx="30090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with Vx and Vy cuts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3" y="1408450"/>
            <a:ext cx="4496047" cy="309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8" y="1408438"/>
            <a:ext cx="4400900" cy="309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0" y="0"/>
            <a:ext cx="83490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Vertex study: Vz with and without Vx and Vy cuts, π</a:t>
            </a:r>
            <a:r>
              <a:rPr baseline="30000" lang="fr"/>
              <a:t>+</a:t>
            </a:r>
            <a:endParaRPr/>
          </a:p>
        </p:txBody>
      </p:sp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62" name="Google Shape;162;p23"/>
          <p:cNvSpPr txBox="1"/>
          <p:nvPr/>
        </p:nvSpPr>
        <p:spPr>
          <a:xfrm>
            <a:off x="274400" y="848450"/>
            <a:ext cx="36561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without Vx and Vy cuts: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μ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-3.48275 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cm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𝜎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0.912229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cm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4177750" y="848450"/>
            <a:ext cx="3723900" cy="13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with Vx and Vy cuts: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μ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1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-3.48701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cm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𝜎</a:t>
            </a:r>
            <a:r>
              <a:rPr baseline="-25000"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1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: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0.908826</a:t>
            </a: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cm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100000" y="2571750"/>
            <a:ext cx="87657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Small difference between, can remove at least for the electron, the Vx and Vy cuts.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However, there was a reduction in the number of events from 10 to 15%.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Vertex study: φ vs REC::Track </a:t>
            </a:r>
            <a:endParaRPr/>
          </a:p>
        </p:txBody>
      </p:sp>
      <p:sp>
        <p:nvSpPr>
          <p:cNvPr id="170" name="Google Shape;170;p2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71" name="Google Shape;1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250" y="1149025"/>
            <a:ext cx="4936026" cy="332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 txBox="1"/>
          <p:nvPr/>
        </p:nvSpPr>
        <p:spPr>
          <a:xfrm>
            <a:off x="0" y="650075"/>
            <a:ext cx="4371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Sector information can come from the REC::Track bank or the φ information for the electron. Use Pass0v7 data, CuSn target.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Some mistake made last time: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sector information is from REC::Track bank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 the fiducial cuts of RG-A, they use the x and y positions in the DC.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 haven’t found how they get the sector information in some analysis </a:t>
            </a:r>
            <a:r>
              <a:rPr lang="fr" sz="1600" u="sng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r>
              <a:rPr lang="fr" sz="16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,</a:t>
            </a:r>
            <a:r>
              <a:rPr lang="fr" sz="1600" u="sng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</a:t>
            </a:r>
            <a:r>
              <a:rPr lang="fr" sz="16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,</a:t>
            </a:r>
            <a:r>
              <a:rPr lang="fr" sz="1600" u="sng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3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 have discussed this with Raffaella, and she recommends using the information in the REC::Track, REC::Calorimeter, or REC::Scintillator.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0" y="0"/>
            <a:ext cx="83151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Vertex study: REC::Scintillator and REC::Calorimeter </a:t>
            </a:r>
            <a:endParaRPr/>
          </a:p>
        </p:txBody>
      </p:sp>
      <p:sp>
        <p:nvSpPr>
          <p:cNvPr id="178" name="Google Shape;178;p2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79" name="Google Shape;1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25" y="1145275"/>
            <a:ext cx="4697448" cy="312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8398" y="1267400"/>
            <a:ext cx="4050328" cy="2714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