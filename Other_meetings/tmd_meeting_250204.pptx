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Nunito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NunitoMedium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Medium-italic.fntdata"/><Relationship Id="rId6" Type="http://schemas.openxmlformats.org/officeDocument/2006/relationships/slide" Target="slides/slide1.xml"/><Relationship Id="rId18" Type="http://schemas.openxmlformats.org/officeDocument/2006/relationships/font" Target="fonts/Nunit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c9168d7e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c9168d7e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c9168d7e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c9168d7e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c9168d7e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c9168d7e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9168d7e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c9168d7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c9168d7e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c9168d7e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c9168d7e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c9168d7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(04 February,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TMD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04 February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128725" y="752375"/>
            <a:ext cx="40932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/>
              <a:t>I have applied a cut on the photon to have a different sector than the electron; this cut aims to reduce the radiative photon.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A better way to reduce this is to cut on the opening angle between the electron and photon.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Data: pass0v7 LD2 data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Cuts: Electron pid=11, status&lt;0 and -11&lt;vz&lt;0 cm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/>
              <a:t>Photons: pid =22, E&gt;0.2 GeV and -1.67 &lt; </a:t>
            </a:r>
            <a:r>
              <a:rPr lang="fr" sz="1600"/>
              <a:t>Δt &lt; 1.55 ns</a:t>
            </a:r>
            <a:endParaRPr sz="16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600" y="752375"/>
            <a:ext cx="4946000" cy="37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5006075" y="1191000"/>
            <a:ext cx="36909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Black just with pid=22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Blue with E&gt;0.2GeV,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Δt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128725" y="752375"/>
            <a:ext cx="40932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Data: pass0v7 LD2 data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Cuts: Electron pid=11, status&lt;0 and -11&lt;vz&lt;0 cm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Photons: pid =22, E&gt;0.2 GeV and -1.67 &lt; Δt &lt; 1.55 ns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/>
              <a:t>Use a 2σ cut: 29.12 - 2 * 10.52 deg</a:t>
            </a:r>
            <a:endParaRPr sz="1600"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925" y="887825"/>
            <a:ext cx="4831200" cy="336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25" y="779500"/>
            <a:ext cx="5633049" cy="38896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5794050" y="786325"/>
            <a:ext cx="32934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Data: pass0v7 LD2 data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Cuts: Electron pid=11, status&lt;0 and -11&lt;vz&lt;0 cm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/>
              <a:t>Photons: pid =22, E&gt;0.2 GeV,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/>
              <a:t>Use a 2σ cut: 29.12 - 2 * 10.52 deg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1807"/>
          <a:stretch/>
        </p:blipFill>
        <p:spPr>
          <a:xfrm>
            <a:off x="101650" y="1002950"/>
            <a:ext cx="5146775" cy="33653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248425" y="733200"/>
            <a:ext cx="3812100" cy="40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aimed to investigate the influence of the photon energy cut and the sector cut—where both photons must reside within the same sector—on the invariant mass.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Notably, the photon energy cut eliminates many photons.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C78D8"/>
                </a:solidFill>
                <a:latin typeface="Nunito"/>
                <a:ea typeface="Nunito"/>
                <a:cs typeface="Nunito"/>
                <a:sym typeface="Nunito"/>
              </a:rPr>
              <a:t>Blue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(E&gt;0.6 GeV,sector cut, no cut on opening angle)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Red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(E&gt;0.2 GeV,sector cut, no cut on opening angle)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Black, (E&gt;0.2 GeV, no sector cut, cut on opening angle)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Green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(E&gt;0.6 GeV,no sector cut, no cut on opening angle)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FFD966"/>
                </a:solidFill>
                <a:latin typeface="Nunito"/>
                <a:ea typeface="Nunito"/>
                <a:cs typeface="Nunito"/>
                <a:sym typeface="Nunito"/>
              </a:rPr>
              <a:t>Orange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(E&gt;0.6 GeV,no sector cut, cut on opening angle)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35525" y="793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CC0000"/>
                </a:solidFill>
              </a:rPr>
              <a:t>Red</a:t>
            </a:r>
            <a:r>
              <a:rPr lang="fr"/>
              <a:t> </a:t>
            </a:r>
            <a:r>
              <a:rPr lang="fr"/>
              <a:t>-&gt; Background: 123580, Signal: 387946, S/B: 3.13923 diff: 264366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3C78D8"/>
                </a:solidFill>
              </a:rPr>
              <a:t>Blue</a:t>
            </a:r>
            <a:r>
              <a:rPr lang="fr"/>
              <a:t> -&gt; Background: 10882, Signal: 101918, S/B: 9.36574 diff: 91036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6AA84F"/>
                </a:solidFill>
              </a:rPr>
              <a:t>Green</a:t>
            </a:r>
            <a:r>
              <a:rPr lang="fr"/>
              <a:t> -&gt; Background: 17936, Signal: 110780, S/B: 6.1764 diff: 92844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FFD966"/>
                </a:solidFill>
              </a:rPr>
              <a:t>Orange</a:t>
            </a:r>
            <a:r>
              <a:rPr lang="fr"/>
              <a:t> -&gt; Background: 11962, Signal: 104764, S/B: 8.75807 diff: 92802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Black -&gt; Background: 137886, Signal: 427952, S/B: 3.10367 diff: 290066</a:t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2625"/>
            <a:ext cx="4469402" cy="3377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950" y="1284775"/>
            <a:ext cx="4748715" cy="337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8650" y="4628495"/>
            <a:ext cx="3012299" cy="2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4000" y="4628495"/>
            <a:ext cx="3012299" cy="25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7400" y="687350"/>
            <a:ext cx="8520600" cy="13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 iterate over the next 10 events; however, if fewer than ten events are available, I iterate over the previous 10 events instead.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