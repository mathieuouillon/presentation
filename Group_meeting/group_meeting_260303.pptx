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9" r:id="rId3"/>
    <p:sldId id="327" r:id="rId4"/>
    <p:sldId id="324" r:id="rId5"/>
    <p:sldId id="325" r:id="rId6"/>
    <p:sldId id="326" r:id="rId7"/>
    <p:sldId id="334" r:id="rId8"/>
    <p:sldId id="328" r:id="rId9"/>
    <p:sldId id="329" r:id="rId10"/>
    <p:sldId id="330" r:id="rId11"/>
    <p:sldId id="331" r:id="rId12"/>
    <p:sldId id="332" r:id="rId13"/>
    <p:sldId id="333" r:id="rId14"/>
    <p:sldId id="32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643"/>
    <a:srgbClr val="262626"/>
    <a:srgbClr val="00315F"/>
    <a:srgbClr val="FAFAFA"/>
    <a:srgbClr val="23373B"/>
    <a:srgbClr val="FFFFFF"/>
    <a:srgbClr val="304D59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28" autoAdjust="0"/>
    <p:restoredTop sz="94637" autoAdjust="0"/>
  </p:normalViewPr>
  <p:slideViewPr>
    <p:cSldViewPr snapToGrid="0" snapToObjects="1">
      <p:cViewPr varScale="1">
        <p:scale>
          <a:sx n="166" d="100"/>
          <a:sy n="166" d="100"/>
        </p:scale>
        <p:origin x="224" y="2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03-03-26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03-03-26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304D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23826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1"/>
            <a:ext cx="10972800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03/03/26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109150"/>
            <a:ext cx="9410700" cy="892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09600" y="0"/>
            <a:ext cx="1421599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0315F"/>
          </a:solidFill>
          <a:latin typeface="Fira Sans Book" panose="020B0503050000020004"/>
          <a:ea typeface="Fira Sans Book" panose="020B0503050000020004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371725"/>
            <a:ext cx="7029450" cy="1317329"/>
          </a:xfrm>
        </p:spPr>
        <p:txBody>
          <a:bodyPr>
            <a:normAutofit/>
          </a:bodyPr>
          <a:lstStyle/>
          <a:p>
            <a:pPr lvl="0" algn="l"/>
            <a:r>
              <a:rPr lang="es-ES" sz="6000" dirty="0" err="1"/>
              <a:t>Group</a:t>
            </a:r>
            <a:r>
              <a:rPr lang="es-ES" sz="6000" dirty="0"/>
              <a:t> meeting</a:t>
            </a:r>
            <a:endParaRPr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/>
              <a:t>Mathieu Ouillon (Mississippi State University)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9F9F00-EFEC-9E33-BF3B-9C2D4A022795}"/>
              </a:ext>
            </a:extLst>
          </p:cNvPr>
          <p:cNvSpPr txBox="1">
            <a:spLocks/>
          </p:cNvSpPr>
          <p:nvPr/>
        </p:nvSpPr>
        <p:spPr>
          <a:xfrm>
            <a:off x="400046" y="4762548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  <a:cs typeface="+mn-cs"/>
              </a:rPr>
              <a:t>03/03/26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627B-4553-2F59-665A-AE94D2E96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 cooking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090309-A12E-C431-61FB-68B6A6958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194" y="1249680"/>
            <a:ext cx="10451612" cy="486000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57AAE-4E75-446A-736E-D8D02798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BABFA-6854-8C78-0ECF-9F113207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CA134-1D20-C60F-4F76-F9729CB5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91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25B5-7B18-9A9A-97BE-5891E9E93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AI for </a:t>
            </a:r>
            <a:r>
              <a:rPr lang="en-US" dirty="0" err="1"/>
              <a:t>pions</a:t>
            </a:r>
            <a:r>
              <a:rPr lang="en-US" dirty="0"/>
              <a:t> identification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03B3E-8C31-127E-D55C-2A15DBC5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C7973-1A9A-887C-A032-42DEA6478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284E7-0021-168C-2F20-BAEBA4D47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8633A90-83C0-FC7D-86E8-030A3E8E2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79"/>
            <a:ext cx="10972800" cy="17110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Wanted to study the gain in number of </a:t>
            </a:r>
            <a:r>
              <a:rPr lang="en-US" dirty="0" err="1"/>
              <a:t>pions</a:t>
            </a:r>
            <a:r>
              <a:rPr lang="en-US" dirty="0"/>
              <a:t> of the AI: </a:t>
            </a:r>
          </a:p>
          <a:p>
            <a:pPr lvl="1"/>
            <a:r>
              <a:rPr lang="en-US" dirty="0"/>
              <a:t>AI PID yields slightly fewer </a:t>
            </a:r>
            <a:r>
              <a:rPr lang="en-US" dirty="0" err="1"/>
              <a:t>pions</a:t>
            </a:r>
            <a:r>
              <a:rPr lang="en-US" dirty="0"/>
              <a:t> overall but achieves higher purity</a:t>
            </a:r>
          </a:p>
          <a:p>
            <a:pPr lvl="1"/>
            <a:r>
              <a:rPr lang="en-US" dirty="0"/>
              <a:t>Purity gain may be absorbed by delta-t vs p cuts, requires verification</a:t>
            </a:r>
          </a:p>
          <a:p>
            <a:pPr lvl="1"/>
            <a:r>
              <a:rPr lang="en-US" dirty="0"/>
              <a:t>AI benefit may be limited unless targeting high-momentum </a:t>
            </a:r>
            <a:r>
              <a:rPr lang="en-US" dirty="0" err="1"/>
              <a:t>pions</a:t>
            </a:r>
            <a:r>
              <a:rPr lang="en-US" dirty="0"/>
              <a:t> or kaons at any momentum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4C5FEE-504E-C980-51A4-2F3670185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42" y="2960695"/>
            <a:ext cx="5243527" cy="3180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A42174-1566-7252-58A6-57CA0CF6A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235" y="2960695"/>
            <a:ext cx="5088523" cy="308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66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AC285-54CD-B751-9302-A510BEE7A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Fit for the invariant mass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384E4-840B-EA4E-6974-8482CFA62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3970084" cy="4860000"/>
          </a:xfrm>
        </p:spPr>
        <p:txBody>
          <a:bodyPr/>
          <a:lstStyle/>
          <a:p>
            <a:r>
              <a:rPr lang="en-US" dirty="0"/>
              <a:t>Tested different lower limit for the fit using Breit-Wigner and Pol3</a:t>
            </a:r>
          </a:p>
          <a:p>
            <a:r>
              <a:rPr lang="en-US" dirty="0"/>
              <a:t>From 0.28 to 0.4</a:t>
            </a:r>
          </a:p>
          <a:p>
            <a:r>
              <a:rPr lang="en-US" dirty="0"/>
              <a:t>Best is 0.4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EDFB0-24D0-3228-ECC6-DFF9A5BEA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49C4E-9EAE-59B0-C1F3-CE14B16B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1A2C0-FD7E-F819-29F8-5E4F2228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D3DB57-33C1-2F58-6C79-0ED59E032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625" y="704643"/>
            <a:ext cx="7343375" cy="603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18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33788-530E-DC70-93EF-9A17CE14C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4C5D5-C2FD-FFBC-A145-E9510D524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Fit for the invariant mass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396BC-13A5-F972-770A-BFF67DF1C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3970084" cy="4860000"/>
          </a:xfrm>
        </p:spPr>
        <p:txBody>
          <a:bodyPr/>
          <a:lstStyle/>
          <a:p>
            <a:r>
              <a:rPr lang="en-US" dirty="0"/>
              <a:t>Tested different lower limit for the fit using Breit-Wigner and Pol4</a:t>
            </a:r>
          </a:p>
          <a:p>
            <a:r>
              <a:rPr lang="en-US" dirty="0"/>
              <a:t>From 0.28 to 0.4</a:t>
            </a:r>
          </a:p>
          <a:p>
            <a:r>
              <a:rPr lang="en-US" dirty="0"/>
              <a:t>Best is 0.36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A924C-C666-8EA4-BCBB-D71EBDACE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CFE1-4454-8F2C-68BA-19CA3AC37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DAA62-3D54-13B4-4490-338B3BE15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433DB6-B81F-B6E3-18B1-CC93F9496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152" y="770866"/>
            <a:ext cx="7404847" cy="608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674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E466-BC3E-6C5A-4A3C-A7050BADA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Fit for the invariant mass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02757-B9C8-2B90-C3C3-483CDE042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5145741" cy="4860000"/>
          </a:xfrm>
        </p:spPr>
        <p:txBody>
          <a:bodyPr/>
          <a:lstStyle/>
          <a:p>
            <a:r>
              <a:rPr lang="en-US" dirty="0"/>
              <a:t>Quick summary: </a:t>
            </a:r>
          </a:p>
          <a:p>
            <a:pPr lvl="1"/>
            <a:r>
              <a:rPr lang="en-US" dirty="0"/>
              <a:t>Use pol4 and lower limit of 0.36 seems the best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A5C5F-9EC2-9D98-A96D-24626A587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9EE02-D38B-F857-6805-82E2B3889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801EC-B8B5-9C28-28B3-A33DF2A44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70BD22-06AC-5BA0-48C3-AAC241444B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566"/>
          <a:stretch>
            <a:fillRect/>
          </a:stretch>
        </p:blipFill>
        <p:spPr>
          <a:xfrm>
            <a:off x="6096000" y="1120844"/>
            <a:ext cx="5359363" cy="4487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5CDB72-5224-723E-7E62-4C009984DB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117"/>
          <a:stretch>
            <a:fillRect/>
          </a:stretch>
        </p:blipFill>
        <p:spPr>
          <a:xfrm>
            <a:off x="462661" y="3201294"/>
            <a:ext cx="5359363" cy="239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657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56C2D-7F2B-D278-A8AD-1F3270A3F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DF535-A9E5-ABED-1C14-2EA346992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Fit for the invariant mass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03259-86EE-925C-6AA9-44D83D687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11116235" cy="4860000"/>
          </a:xfrm>
        </p:spPr>
        <p:txBody>
          <a:bodyPr/>
          <a:lstStyle/>
          <a:p>
            <a:r>
              <a:rPr lang="en-US" dirty="0"/>
              <a:t>Quick summary: </a:t>
            </a:r>
          </a:p>
          <a:p>
            <a:pPr lvl="1"/>
            <a:r>
              <a:rPr lang="en-US" dirty="0"/>
              <a:t>Use pol4 and lower limit of 0.36 seems the best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EB689-4C71-B8A9-3F99-D6048505F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C8831-3114-C014-EA69-B0A7ADA5C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AC454-FF1D-CC3D-0057-334DCA5DD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9844CCD-5DC2-B7DB-6EFB-D8999B3FB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54" y="2008892"/>
            <a:ext cx="5914046" cy="433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23F5D5A-B35A-C398-BBE8-0E8B364F4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434" y="2008892"/>
            <a:ext cx="5914047" cy="4337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544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127C5-FBB9-FB7E-1663-400FD10B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cut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2579F-1E94-9CA6-92A7-964C9012C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to study the effect of the cuts on the invariants mass: </a:t>
            </a:r>
          </a:p>
          <a:p>
            <a:pPr lvl="1"/>
            <a:r>
              <a:rPr lang="en-US" dirty="0"/>
              <a:t>The effect of </a:t>
            </a:r>
            <a:r>
              <a:rPr lang="en-US" dirty="0" err="1"/>
              <a:t>z</a:t>
            </a:r>
            <a:r>
              <a:rPr lang="en-US" baseline="-25000" dirty="0" err="1"/>
              <a:t>h</a:t>
            </a:r>
            <a:r>
              <a:rPr lang="en-US" baseline="-25000" dirty="0"/>
              <a:t> </a:t>
            </a:r>
            <a:r>
              <a:rPr lang="en-US" dirty="0"/>
              <a:t>,l</a:t>
            </a:r>
            <a:r>
              <a:rPr lang="en-US" baseline="-25000" dirty="0"/>
              <a:t>c</a:t>
            </a:r>
            <a:r>
              <a:rPr lang="en-US" dirty="0"/>
              <a:t>, and t</a:t>
            </a:r>
          </a:p>
          <a:p>
            <a:pPr lvl="1"/>
            <a:r>
              <a:rPr lang="en-US" dirty="0"/>
              <a:t>The default cut are: </a:t>
            </a:r>
            <a:r>
              <a:rPr lang="en-US" dirty="0" err="1"/>
              <a:t>z</a:t>
            </a:r>
            <a:r>
              <a:rPr lang="en-US" baseline="-25000" dirty="0" err="1"/>
              <a:t>h</a:t>
            </a:r>
            <a:r>
              <a:rPr lang="en-US" baseline="-25000" dirty="0"/>
              <a:t> </a:t>
            </a:r>
            <a:r>
              <a:rPr lang="en-US" dirty="0"/>
              <a:t>&gt; 0.9, l</a:t>
            </a:r>
            <a:r>
              <a:rPr lang="en-US" baseline="-25000" dirty="0"/>
              <a:t>c</a:t>
            </a:r>
            <a:r>
              <a:rPr lang="en-US" dirty="0"/>
              <a:t> &lt; 1 </a:t>
            </a:r>
            <a:r>
              <a:rPr lang="en-US" dirty="0" err="1"/>
              <a:t>fm</a:t>
            </a:r>
            <a:r>
              <a:rPr lang="en-US" dirty="0"/>
              <a:t>, 0.1 &lt; -t &lt; 0.5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17F89-974C-BDE1-1C8B-4B65FE75B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E92D0-19EF-D426-6DE8-FEF68322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C7757-7CA9-295F-82CD-46403C75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21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CCBE0-BE19-B100-1AF0-192938A32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96BCF-638D-2417-8A64-30611E93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cut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FAB9E-55C9-CCA5-A199-0E1AF81B7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3439886" cy="4860000"/>
          </a:xfrm>
        </p:spPr>
        <p:txBody>
          <a:bodyPr/>
          <a:lstStyle/>
          <a:p>
            <a:r>
              <a:rPr lang="en-US" dirty="0"/>
              <a:t>Effect of -t cut: </a:t>
            </a:r>
          </a:p>
          <a:p>
            <a:pPr lvl="1"/>
            <a:r>
              <a:rPr lang="en-US" dirty="0"/>
              <a:t>Goal is to select diffractive process and exclude coherent production</a:t>
            </a:r>
          </a:p>
          <a:p>
            <a:pPr lvl="1"/>
            <a:r>
              <a:rPr lang="en-US" dirty="0"/>
              <a:t>Cut above 0.5 have small effect on the S/√(S+B)</a:t>
            </a:r>
          </a:p>
          <a:p>
            <a:pPr lvl="1"/>
            <a:r>
              <a:rPr lang="en-US" dirty="0"/>
              <a:t>But increase a bit the yield </a:t>
            </a:r>
          </a:p>
          <a:p>
            <a:pPr lvl="1"/>
            <a:r>
              <a:rPr lang="en-US" dirty="0"/>
              <a:t>N-1 distribution mean all the other cuts but the one on the variable show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93C40-1AA6-433C-4907-8F80585C9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6811C-A2F8-5D60-28DE-28992D05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E852B-9216-6D23-15B9-5058E6FCD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724F7C-83DB-4A7E-6795-A145739E5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200" y="804840"/>
            <a:ext cx="7772400" cy="599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22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ADD8F-45FA-E476-C7AB-008B28A8D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93BCE-AB51-780D-B95C-2A7C67537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cut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0B18D-3BD5-F75E-B9CF-BBC3CB9FC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3439886" cy="4860000"/>
          </a:xfrm>
        </p:spPr>
        <p:txBody>
          <a:bodyPr/>
          <a:lstStyle/>
          <a:p>
            <a:r>
              <a:rPr lang="en-US" dirty="0"/>
              <a:t>Effect of </a:t>
            </a:r>
            <a:r>
              <a:rPr lang="en-US" dirty="0" err="1"/>
              <a:t>z</a:t>
            </a:r>
            <a:r>
              <a:rPr lang="en-US" baseline="-25000" dirty="0" err="1"/>
              <a:t>h</a:t>
            </a:r>
            <a:r>
              <a:rPr lang="en-US" dirty="0"/>
              <a:t> cut: </a:t>
            </a:r>
          </a:p>
          <a:p>
            <a:pPr lvl="1"/>
            <a:r>
              <a:rPr lang="en-US" dirty="0"/>
              <a:t>Goal is to select elastic process</a:t>
            </a:r>
          </a:p>
          <a:p>
            <a:pPr lvl="1"/>
            <a:r>
              <a:rPr lang="en-US" dirty="0"/>
              <a:t>A cut too high on </a:t>
            </a:r>
            <a:r>
              <a:rPr lang="en-US" dirty="0" err="1"/>
              <a:t>zh</a:t>
            </a:r>
            <a:r>
              <a:rPr lang="en-US" dirty="0"/>
              <a:t> will increase the background faster than the signal</a:t>
            </a:r>
          </a:p>
          <a:p>
            <a:pPr lvl="1"/>
            <a:r>
              <a:rPr lang="en-US" dirty="0"/>
              <a:t>The best is around 0.85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CEB66-09EF-F15F-DBF6-6990237F4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44F1D-DFB2-8CA8-8B9A-2C575EB68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866E9-D137-EAD5-ED0D-AEDF1DD5F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CC55D8-C3A6-5C4B-38CC-EBA616481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6316" y="751051"/>
            <a:ext cx="7772400" cy="599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770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E8A6-4FEE-C5DC-C8DA-D1A3C2A35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D394F-DB14-CB28-994B-1188CD51C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cut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281A3-59F7-540E-EB21-15CE645F1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3439886" cy="4860000"/>
          </a:xfrm>
        </p:spPr>
        <p:txBody>
          <a:bodyPr/>
          <a:lstStyle/>
          <a:p>
            <a:r>
              <a:rPr lang="en-US" dirty="0"/>
              <a:t>Effect of l</a:t>
            </a:r>
            <a:r>
              <a:rPr lang="en-US" baseline="-25000" dirty="0"/>
              <a:t>c</a:t>
            </a:r>
            <a:r>
              <a:rPr lang="en-US" dirty="0"/>
              <a:t> cut: </a:t>
            </a:r>
          </a:p>
          <a:p>
            <a:pPr lvl="1"/>
            <a:r>
              <a:rPr lang="en-US" dirty="0"/>
              <a:t>Goal is to disentangle color transparency effects from coherence length effects </a:t>
            </a:r>
          </a:p>
          <a:p>
            <a:pPr lvl="1"/>
            <a:r>
              <a:rPr lang="en-US" dirty="0"/>
              <a:t>The S/√(S+B) is maximal around 1.2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F9684-06FC-A7A1-16E6-D81852CA6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D73B0-40A5-A95B-4B48-E2D228370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1EBDD-E449-9235-FABF-F2EB40115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34BA74-E006-3D2B-07EE-9DBE7A2BA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213" y="751051"/>
            <a:ext cx="7772400" cy="599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821D9-3509-8811-8394-4E518F3E8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FD4CE-182C-2D3B-37D7-583B129C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Nuclear transparency cut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B0726-989F-4755-8D4E-3F0584075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680"/>
            <a:ext cx="3439886" cy="4860000"/>
          </a:xfrm>
        </p:spPr>
        <p:txBody>
          <a:bodyPr/>
          <a:lstStyle/>
          <a:p>
            <a:r>
              <a:rPr lang="en-US" dirty="0"/>
              <a:t>Effect of l</a:t>
            </a:r>
            <a:r>
              <a:rPr lang="en-US" baseline="-25000" dirty="0"/>
              <a:t>c</a:t>
            </a:r>
            <a:r>
              <a:rPr lang="en-US" dirty="0"/>
              <a:t> cut: </a:t>
            </a:r>
          </a:p>
          <a:p>
            <a:pPr lvl="1"/>
            <a:r>
              <a:rPr lang="en-US" dirty="0"/>
              <a:t>Goal is to disentangle color transparency effects from coherence length effects </a:t>
            </a:r>
          </a:p>
          <a:p>
            <a:pPr lvl="1"/>
            <a:r>
              <a:rPr lang="en-US" dirty="0"/>
              <a:t>The S/√(S+B) is maximal around 1.2</a:t>
            </a:r>
          </a:p>
          <a:p>
            <a:pPr lvl="1"/>
            <a:r>
              <a:rPr lang="en-US" dirty="0"/>
              <a:t>The nuclear transparency is flat from 0.4 to 1.2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268AC-E2DF-488B-110D-64A0BFDA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9CEF5-818A-9B05-CD14-8D88E879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3B056-71B2-8F31-BF7B-696A1B6BC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6D5A8C-1B8A-970C-3C21-88EA24B15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974" y="1029680"/>
            <a:ext cx="6908800" cy="5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081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D3D94-7F6D-9DA4-CCB9-0FAE2872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8FC6-BFF1-1D67-7320-A108F8677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week, I mostly worked on the presentation for the Collaboration meeting, both for. RG-D and RG-L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D30B2-F7E7-2526-F1F4-00759B410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9C0FB-974F-D92B-6B57-EDE00109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14FC1-731B-DA02-41E8-6707E35E3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71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1F3D-E282-D6A2-48D8-D1D58370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68363-419E-1C4D-8115-9AA355162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RG-D: </a:t>
            </a:r>
          </a:p>
          <a:p>
            <a:pPr lvl="1"/>
            <a:r>
              <a:rPr lang="en-US" dirty="0"/>
              <a:t>Study the </a:t>
            </a:r>
            <a:r>
              <a:rPr lang="en-US" dirty="0" err="1"/>
              <a:t>CuSn</a:t>
            </a:r>
            <a:r>
              <a:rPr lang="en-US" dirty="0"/>
              <a:t> contamination using simulations (Now I can submit OSG jobs with 5.13)</a:t>
            </a:r>
          </a:p>
          <a:p>
            <a:pPr lvl="1"/>
            <a:r>
              <a:rPr lang="en-US" dirty="0"/>
              <a:t>Test the purity of the hadron PID AI with a </a:t>
            </a:r>
            <a:r>
              <a:rPr lang="en-US" dirty="0" err="1"/>
              <a:t>Δt</a:t>
            </a:r>
            <a:r>
              <a:rPr lang="en-US" dirty="0"/>
              <a:t> vs p cut</a:t>
            </a:r>
          </a:p>
          <a:p>
            <a:pPr lvl="1"/>
            <a:r>
              <a:rPr lang="en-US" dirty="0"/>
              <a:t>Work on the slides for the Collaboration </a:t>
            </a:r>
            <a:r>
              <a:rPr lang="en-US" dirty="0" err="1"/>
              <a:t>metting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ALERT:</a:t>
            </a:r>
          </a:p>
          <a:p>
            <a:pPr lvl="1"/>
            <a:r>
              <a:rPr lang="en-US" dirty="0"/>
              <a:t>Retrain the track finding and track matching with the new geometry</a:t>
            </a:r>
          </a:p>
          <a:p>
            <a:pPr lvl="1"/>
            <a:r>
              <a:rPr lang="en-US" dirty="0"/>
              <a:t>Work on the slides for the Collaboration </a:t>
            </a:r>
            <a:r>
              <a:rPr lang="en-US" dirty="0" err="1"/>
              <a:t>metting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FE662-AE39-3FD3-7A2C-D3CC4CE64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24D3D-4F7C-BB4B-30FA-B46B5187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B04A9-B573-573C-52FB-A0D37D60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6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10451</TotalTime>
  <Words>518</Words>
  <Application>Microsoft Macintosh PowerPoint</Application>
  <PresentationFormat>Widescreen</PresentationFormat>
  <Paragraphs>98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Fira Sans Book</vt:lpstr>
      <vt:lpstr>Fira Sans Light</vt:lpstr>
      <vt:lpstr>Office Theme</vt:lpstr>
      <vt:lpstr>Group meeting</vt:lpstr>
      <vt:lpstr>RG-D cooking</vt:lpstr>
      <vt:lpstr>RG-D: AI for pions identification</vt:lpstr>
      <vt:lpstr>RG-D: Fit for the invariant mass </vt:lpstr>
      <vt:lpstr>RG-D: Fit for the invariant mass </vt:lpstr>
      <vt:lpstr>RG-D: Fit for the invariant mass </vt:lpstr>
      <vt:lpstr>RG-D: Fit for the invariant mass </vt:lpstr>
      <vt:lpstr>RG-D: Nuclear transparency cut effect</vt:lpstr>
      <vt:lpstr>RG-D: Nuclear transparency cut effect</vt:lpstr>
      <vt:lpstr>RG-D: Nuclear transparency cut effect</vt:lpstr>
      <vt:lpstr>RG-D: Nuclear transparency cut effect</vt:lpstr>
      <vt:lpstr>RG-D: Nuclear transparency cut effect</vt:lpstr>
      <vt:lpstr>Other work</vt:lpstr>
      <vt:lpstr>Work plan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418</cp:revision>
  <dcterms:created xsi:type="dcterms:W3CDTF">2019-12-03T01:04:10Z</dcterms:created>
  <dcterms:modified xsi:type="dcterms:W3CDTF">2026-03-03T14:27:43Z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