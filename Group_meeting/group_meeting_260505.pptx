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338" r:id="rId3"/>
    <p:sldId id="339" r:id="rId4"/>
    <p:sldId id="344" r:id="rId5"/>
    <p:sldId id="340" r:id="rId6"/>
    <p:sldId id="341" r:id="rId7"/>
    <p:sldId id="342" r:id="rId8"/>
    <p:sldId id="345" r:id="rId9"/>
    <p:sldId id="343" r:id="rId10"/>
    <p:sldId id="349" r:id="rId11"/>
    <p:sldId id="346" r:id="rId12"/>
    <p:sldId id="350" r:id="rId13"/>
    <p:sldId id="351" r:id="rId14"/>
    <p:sldId id="352" r:id="rId15"/>
    <p:sldId id="353" r:id="rId16"/>
    <p:sldId id="354" r:id="rId17"/>
    <p:sldId id="355" r:id="rId18"/>
    <p:sldId id="347" r:id="rId19"/>
    <p:sldId id="356" r:id="rId20"/>
    <p:sldId id="357" r:id="rId21"/>
    <p:sldId id="360" r:id="rId22"/>
    <p:sldId id="358" r:id="rId23"/>
    <p:sldId id="359" r:id="rId24"/>
    <p:sldId id="361" r:id="rId25"/>
    <p:sldId id="33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8"/>
            <p14:sldId id="339"/>
            <p14:sldId id="344"/>
            <p14:sldId id="340"/>
            <p14:sldId id="341"/>
            <p14:sldId id="342"/>
            <p14:sldId id="345"/>
            <p14:sldId id="343"/>
            <p14:sldId id="349"/>
            <p14:sldId id="346"/>
            <p14:sldId id="350"/>
            <p14:sldId id="351"/>
            <p14:sldId id="352"/>
            <p14:sldId id="353"/>
            <p14:sldId id="354"/>
            <p14:sldId id="355"/>
            <p14:sldId id="347"/>
            <p14:sldId id="356"/>
            <p14:sldId id="357"/>
            <p14:sldId id="360"/>
            <p14:sldId id="358"/>
            <p14:sldId id="359"/>
            <p14:sldId id="361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60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1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05-05-26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05-05-26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05/05/26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05/05/26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48CB-520D-661A-11D6-8F657510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9D12-DD96-6EF8-7276-0443C616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ECD1-FED9-5606-B334-C85BC8AA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4EABF-281A-B712-B8B5-B271DA96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1C1A-A56B-9808-46F0-610182AE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5402CF-417A-7832-CECA-D7CCF1FB3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899138" cy="5087667"/>
          </a:xfrm>
        </p:spPr>
        <p:txBody>
          <a:bodyPr/>
          <a:lstStyle/>
          <a:p>
            <a:r>
              <a:rPr lang="en-US" dirty="0"/>
              <a:t>Develop </a:t>
            </a:r>
            <a:r>
              <a:rPr lang="en-US" dirty="0" err="1"/>
              <a:t>Vz</a:t>
            </a:r>
            <a:r>
              <a:rPr lang="en-US" dirty="0"/>
              <a:t>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inbending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Use same reference region as </a:t>
            </a:r>
            <a:r>
              <a:rPr lang="en-US" dirty="0" err="1"/>
              <a:t>CuSn</a:t>
            </a:r>
            <a:r>
              <a:rPr lang="en-US" dirty="0"/>
              <a:t>/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 and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Inbending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AF378-C32E-1F3C-BE03-A909569511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" t="3627"/>
          <a:stretch>
            <a:fillRect/>
          </a:stretch>
        </p:blipFill>
        <p:spPr>
          <a:xfrm>
            <a:off x="662940" y="1859528"/>
            <a:ext cx="10523220" cy="459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4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0028-B872-2313-86EA-D27E2D36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5577-9BB5-1C52-A39E-F3C58202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4A3F-1FA6-C8EC-97B9-18BFB113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83B1E-750F-7546-1F52-FBF08382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16940-5B84-248E-A701-63E96942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45201F3-478A-63AF-8F8A-2AAFF2CFF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94841"/>
          </a:xfrm>
        </p:spPr>
        <p:txBody>
          <a:bodyPr/>
          <a:lstStyle/>
          <a:p>
            <a:r>
              <a:rPr lang="en-US" dirty="0"/>
              <a:t>Develop </a:t>
            </a:r>
            <a:r>
              <a:rPr lang="en-US" dirty="0" err="1"/>
              <a:t>Vz</a:t>
            </a:r>
            <a:r>
              <a:rPr lang="en-US" dirty="0"/>
              <a:t>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inbending</a:t>
            </a:r>
            <a:r>
              <a:rPr lang="en-US" dirty="0"/>
              <a:t>: 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E57A0-659C-8CE0-02DB-5601D1A2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51" y="1503335"/>
            <a:ext cx="11702936" cy="45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1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270F-4C6E-16F4-E293-A476E7FF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B3C3-3D43-485E-2CF6-901E1282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2B78-5CFB-53EC-2498-AE764D13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16891-E95F-3534-AEE1-BA0891D0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209A1-1262-DD5C-5C0A-EA5A9269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211A1A3-DECE-E54B-8860-B0A45C9BE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12192000" cy="5087667"/>
          </a:xfrm>
        </p:spPr>
        <p:txBody>
          <a:bodyPr/>
          <a:lstStyle/>
          <a:p>
            <a:r>
              <a:rPr lang="en-US" dirty="0"/>
              <a:t>Look into the pion correction, last week the π</a:t>
            </a:r>
            <a:r>
              <a:rPr lang="en-US" baseline="30000" dirty="0"/>
              <a:t>+</a:t>
            </a:r>
            <a:r>
              <a:rPr lang="en-US" dirty="0"/>
              <a:t> and π</a:t>
            </a:r>
            <a:r>
              <a:rPr lang="en-US" baseline="30000" dirty="0"/>
              <a:t>- </a:t>
            </a:r>
            <a:r>
              <a:rPr lang="en-US" dirty="0"/>
              <a:t>have a different mean; to fix it I need to look into the reference region. (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5AB00-A6F4-38CD-64A8-EB331FB41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92"/>
          <a:stretch>
            <a:fillRect/>
          </a:stretch>
        </p:blipFill>
        <p:spPr>
          <a:xfrm>
            <a:off x="0" y="1852949"/>
            <a:ext cx="12085331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7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80A8-C7C8-BD06-0018-796E6D604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D268-DE6D-00A5-4B7E-C3DB0AC0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29FB0-998F-EB9A-6069-385560E32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2205E-F537-5FBD-1FC3-0DF3A25E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B75C0-3D6A-DD7F-9155-D7BA9194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EBE4F53-6402-6FDF-1FD8-71F4A4251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107051" cy="5087667"/>
          </a:xfrm>
        </p:spPr>
        <p:txBody>
          <a:bodyPr/>
          <a:lstStyle/>
          <a:p>
            <a:r>
              <a:rPr lang="en-US" dirty="0"/>
              <a:t>Look into the pion correction to find the reference region (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): </a:t>
            </a:r>
          </a:p>
          <a:p>
            <a:pPr lvl="1"/>
            <a:r>
              <a:rPr lang="en-US" dirty="0"/>
              <a:t>Reference region: Region where the mean and sigma of the peaks is constant across p and </a:t>
            </a:r>
            <a:r>
              <a:rPr lang="en-US" dirty="0" err="1"/>
              <a:t>θ</a:t>
            </a:r>
            <a:r>
              <a:rPr lang="en-US" dirty="0"/>
              <a:t> bins</a:t>
            </a:r>
          </a:p>
          <a:p>
            <a:pPr lvl="1"/>
            <a:endParaRPr lang="en-US" dirty="0"/>
          </a:p>
          <a:p>
            <a:r>
              <a:rPr lang="en-US" dirty="0"/>
              <a:t>Reference region: p &gt; 3 GeV/c and </a:t>
            </a:r>
            <a:r>
              <a:rPr lang="en-US" dirty="0" err="1"/>
              <a:t>θ</a:t>
            </a:r>
            <a:r>
              <a:rPr lang="en-US" dirty="0"/>
              <a:t> &gt; 15 deg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642ED-8114-1B41-D2F6-4C145B5F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"/>
          <a:stretch>
            <a:fillRect/>
          </a:stretch>
        </p:blipFill>
        <p:spPr>
          <a:xfrm>
            <a:off x="4002872" y="692545"/>
            <a:ext cx="8180750" cy="57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9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FAD4-6085-6D08-0A3C-33A36C3C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C9A2-0ACF-508B-8603-BFF9853D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2060B-7A2E-7056-9289-6156B4FA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76C7-3D06-39C9-F5FF-F1C52B93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1E4FA-0D58-3376-EDBC-6B999741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593FACC-D62A-042C-161F-7CA23993D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711078"/>
          </a:xfrm>
        </p:spPr>
        <p:txBody>
          <a:bodyPr/>
          <a:lstStyle/>
          <a:p>
            <a:r>
              <a:rPr lang="en-US" dirty="0"/>
              <a:t>With the new reference region (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):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D2C17-0BC3-E09A-4695-5D468798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1" y="1472212"/>
            <a:ext cx="11961571" cy="435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77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10DF-1B09-0296-7361-7798CDFC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38F4-421C-BE99-0C61-B57CEB82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CEAE4-2D8A-A2C1-C6C5-E7A3FF38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9C2D9-36F5-64E9-8F0E-B00A7C60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89929-263E-FC59-0631-32991307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8C355A-E2ED-1DF9-E0A8-36FB162E8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478604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 and </a:t>
            </a:r>
            <a:r>
              <a:rPr lang="en-US" dirty="0" err="1"/>
              <a:t>Outbending</a:t>
            </a:r>
            <a:r>
              <a:rPr lang="en-US" dirty="0"/>
              <a:t> for </a:t>
            </a:r>
            <a:r>
              <a:rPr lang="en-US" dirty="0" err="1"/>
              <a:t>CxC</a:t>
            </a:r>
            <a:r>
              <a:rPr lang="en-US" dirty="0"/>
              <a:t> electron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A4BD2-18C5-7E96-1093-D8B96391A8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49"/>
          <a:stretch>
            <a:fillRect/>
          </a:stretch>
        </p:blipFill>
        <p:spPr>
          <a:xfrm>
            <a:off x="109982" y="1592410"/>
            <a:ext cx="11879886" cy="417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5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CD87-AFF5-CCE6-1BAD-94C98FEB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323D-6687-605D-906E-2E7F8482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A73E8-3D1E-259B-EE8F-D56730A2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9CFB1-934C-8F25-EE69-D20C2032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1BE9E-E94C-BDAD-BBE9-A165A835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D72A17B-CB09-D8C7-787C-C47F4E0F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478604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 and </a:t>
            </a:r>
            <a:r>
              <a:rPr lang="en-US" dirty="0" err="1"/>
              <a:t>Outbending</a:t>
            </a:r>
            <a:r>
              <a:rPr lang="en-US" dirty="0"/>
              <a:t> for </a:t>
            </a:r>
            <a:r>
              <a:rPr lang="en-US" dirty="0" err="1"/>
              <a:t>CuSn</a:t>
            </a:r>
            <a:r>
              <a:rPr lang="en-US" dirty="0"/>
              <a:t> electron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63CA2-599B-737F-9A65-72B1E7EBC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"/>
          <a:stretch>
            <a:fillRect/>
          </a:stretch>
        </p:blipFill>
        <p:spPr>
          <a:xfrm>
            <a:off x="185980" y="1511085"/>
            <a:ext cx="11790348" cy="434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4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3167-7A36-4032-12D2-C1A4873F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02EF-3A90-7CD8-05DC-08076C6E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1EA8-22D5-576D-A2DD-12854E7B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704A6-B4B3-44A4-1D89-A000270E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9A609-F516-C7BB-026D-FF9EC092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6603B4-00DF-7572-09FA-4AD13273C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563844"/>
          </a:xfrm>
        </p:spPr>
        <p:txBody>
          <a:bodyPr/>
          <a:lstStyle/>
          <a:p>
            <a:r>
              <a:rPr lang="en-US" dirty="0"/>
              <a:t>Compare electron and </a:t>
            </a:r>
            <a:r>
              <a:rPr lang="en-US" dirty="0" err="1"/>
              <a:t>pions</a:t>
            </a:r>
            <a:r>
              <a:rPr lang="en-US" dirty="0"/>
              <a:t> (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):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32A589-BFFD-270C-6CBC-0746E34A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4" y="1469541"/>
            <a:ext cx="11922474" cy="47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1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89F4-6D84-B182-71AE-BA3B3CB7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8866-E4FE-A300-0A05-FF37AEA6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D906-D014-E1A3-F0B3-B0F7B6BC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7D139-F011-4055-F761-FAA2AADC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2D9CF-A05F-A607-23B4-1A43D75E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6211A0-CD73-E89B-CD28-975228559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563844"/>
          </a:xfrm>
        </p:spPr>
        <p:txBody>
          <a:bodyPr/>
          <a:lstStyle/>
          <a:p>
            <a:r>
              <a:rPr lang="en-US" dirty="0"/>
              <a:t>Compare electron and </a:t>
            </a:r>
            <a:r>
              <a:rPr lang="en-US" dirty="0" err="1"/>
              <a:t>pions</a:t>
            </a:r>
            <a:r>
              <a:rPr lang="en-US" dirty="0"/>
              <a:t> (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Inbending</a:t>
            </a:r>
            <a:r>
              <a:rPr lang="en-US" dirty="0"/>
              <a:t>):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6512B-F79B-E541-E8C5-608BB4652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1" y="1477290"/>
            <a:ext cx="11922473" cy="47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3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A9D2-3D2A-473F-99F9-ED05D351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4156-2242-7340-E02A-100A2C45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D944-A550-2788-7667-8F1358AA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AA098-1629-F23D-9692-C3D54C30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6E088-FC6F-E056-D739-5C1161FC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5EE2D9-82F3-052F-C582-CFB313B6C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4244" y="1032481"/>
            <a:ext cx="2355742" cy="371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DD70D-56E0-6612-31D9-1071CAEC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"/>
          <a:stretch>
            <a:fillRect/>
          </a:stretch>
        </p:blipFill>
        <p:spPr>
          <a:xfrm>
            <a:off x="2495227" y="16635"/>
            <a:ext cx="9696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6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0238E-B8DC-2587-594C-7AED4630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D7B9-0034-7FE8-5117-6806A7FB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322E3-3CB9-C90F-91C9-52AB8B7F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FEED0-593E-3A18-2D5C-5BF0E7DF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16987-072D-3D22-37E4-E0298B3A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4B46A4-0BB8-1AAA-896D-901796A8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4324027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Fit</a:t>
            </a:r>
            <a:r>
              <a:rPr lang="en-US" dirty="0"/>
              <a:t> with two gaussian distribution</a:t>
            </a:r>
          </a:p>
          <a:p>
            <a:pPr marL="0" indent="0">
              <a:buNone/>
            </a:pPr>
            <a:r>
              <a:rPr lang="en-US" dirty="0"/>
              <a:t>The dotted lines are ±3σ for each peak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double gaussians have some issue fit the top of the peaks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731AA9-955C-BEB6-82C4-F3CA25DA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914400"/>
            <a:ext cx="7772400" cy="42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97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8474-993D-C4CF-56C7-58EC3114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91AE-62D0-EA2E-BA94-A5324D34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0B6B2-A766-F686-4458-5A976EFE6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CDBC0-C0F1-7712-53CF-CF28620E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F95B9-0D81-2C69-6F5E-616566CF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9A949F2-1FE5-3E31-FDD0-32EDD7F1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4324027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jus the top of the peaks and check for any difference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02792-A5FF-C474-68DE-F753E553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79" y="848105"/>
            <a:ext cx="7772400" cy="427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1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908DD-A939-11CF-6149-7FB17FD2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8F83-295B-4A6F-1D7E-81B1DBD1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8B2F-C1F1-4738-F723-8B26BD72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44E6D-62E0-8BDB-2C77-A07EA47F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9CDEB-8F7B-282B-AB8E-F8DC1647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925FC6A-46BC-7CEE-B234-9A67327A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4324027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jus the top of the peaks and check for any difference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Only for electron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Mean of the peaks is consistent but as expected the sigma change a lot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54EEB-C3C4-1DDB-614F-C4C85E16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0" y="888328"/>
            <a:ext cx="7772400" cy="50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1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28FD-345E-5AC1-68F4-816C17A4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5C54-CE63-D60B-D110-D879F295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9E55-378A-DB3F-28CA-DF54A5D3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60748-2559-C093-C01D-7C24707F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694E-F44D-F98E-7030-00F59353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661ADC-4222-5607-5B3F-A2FCFF50F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4324027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jus the top of the peaks and check for any difference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Now </a:t>
            </a:r>
            <a:r>
              <a:rPr lang="en-US" sz="2000" dirty="0" err="1"/>
              <a:t>pions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Mean of the peaks is consistent but as expected the sigma change a lot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9CFA2-64B1-B4CC-9885-C68454D3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058" y="774915"/>
            <a:ext cx="7898695" cy="515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01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661E-FA33-2C18-6F5C-BCD68F56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F7800-3813-A96B-17B5-94209965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53014-B442-0AD9-B719-7E631955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1B35D-718C-435D-1B01-0D663478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44D5-9385-9A93-AF63-5EC36DD0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4C56A-1D11-4ABE-1F99-7F1A0CF0C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0"/>
            <a:ext cx="4324027" cy="525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with Voigt distribution: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It is the convolution of a Gaussian and a Lorentzian distribution</a:t>
            </a:r>
          </a:p>
          <a:p>
            <a:pPr marL="0" indent="0">
              <a:buNone/>
            </a:pPr>
            <a:r>
              <a:rPr lang="en-US" sz="2000" dirty="0"/>
              <a:t>Much better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6BEAC-464F-2644-D9DB-62C7FB65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76" y="1032481"/>
            <a:ext cx="7772400" cy="4276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5A29E9-1DEE-CAB2-D9F3-BF737E756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2" y="2758698"/>
            <a:ext cx="4037724" cy="206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8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A9B3-8E26-63D6-187D-DBA8846D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1FDB-E1A7-3A52-51B7-69D7EB0C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01F27-A015-5F9C-5398-B474B0D0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4C47-1394-AD4C-E967-C38554A9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60EAE-7D60-034A-0D27-7B37B5CC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00376EC-9607-E798-750D-49124A6B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2367065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with Voigt distribution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Better for all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41328-53AC-6C5E-020B-1528E4B16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64" y="1"/>
            <a:ext cx="9824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580A-5111-7019-9622-513D0A01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9104-E01B-26A8-8071-81D8ED2B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C35F3-B68C-E6F9-D98B-73F89910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76633-677B-6D94-1078-048514F6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D70CF-836C-BA3F-D622-A96B51BB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07C2-D895-DA37-F9E1-96C041679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32481"/>
            <a:ext cx="4324027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with double Gaussians (</a:t>
            </a:r>
            <a:r>
              <a:rPr lang="en-US" sz="2000" dirty="0" err="1"/>
              <a:t>core+tail</a:t>
            </a:r>
            <a:r>
              <a:rPr lang="en-US" sz="2000" dirty="0"/>
              <a:t>): </a:t>
            </a:r>
          </a:p>
          <a:p>
            <a:pPr marL="0" indent="0">
              <a:buNone/>
            </a:pPr>
            <a:r>
              <a:rPr lang="en-US" sz="2000" dirty="0"/>
              <a:t>Sum of two gaussians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Much better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6099E-8C9C-0B46-68A0-19D18CE9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914400"/>
            <a:ext cx="7772400" cy="42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23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E997-4CF2-F0E1-5A29-FBB5B579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4C73-4BFC-97B1-14B4-61B900F9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D1293-9E84-0188-6D4D-2AA1931E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05/05/26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2561C-F323-EF11-1CD6-C9D0B8DA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FDC03-30E0-AFAD-8318-1D934FC6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6B2C-0A8E-FD9A-B97A-8BD53C52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2438758" cy="5050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we can try to fit the corrected distributions:</a:t>
            </a:r>
          </a:p>
          <a:p>
            <a:pPr marL="0" indent="0">
              <a:buNone/>
            </a:pPr>
            <a:r>
              <a:rPr lang="en-US" sz="2000" dirty="0"/>
              <a:t>Can try fitting with double Gaussians (</a:t>
            </a:r>
            <a:r>
              <a:rPr lang="en-US" sz="2000" dirty="0" err="1"/>
              <a:t>core+tail</a:t>
            </a:r>
            <a:r>
              <a:rPr lang="en-US" sz="2000" dirty="0"/>
              <a:t>): </a:t>
            </a:r>
          </a:p>
          <a:p>
            <a:pPr marL="0" indent="0">
              <a:buNone/>
            </a:pPr>
            <a:r>
              <a:rPr lang="en-US" sz="2000" dirty="0"/>
              <a:t>Sum of two gaussians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Much better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C0172D-D59D-1E84-02A0-F8EA45ED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757" y="1"/>
            <a:ext cx="9753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18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48FB-641A-C4C3-6709-29D15C35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EBF3-8E0A-9FCE-73AF-579A532D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B30B-B769-8039-AA85-50E59B63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B976-68B8-84F5-091B-DF1DAA0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466EA-F2B0-4C2C-4BB6-8BE61889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9D115B8-4656-2E60-D5A6-88208411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483994" cy="5087667"/>
          </a:xfrm>
        </p:spPr>
        <p:txBody>
          <a:bodyPr/>
          <a:lstStyle/>
          <a:p>
            <a:r>
              <a:rPr lang="en-US" dirty="0"/>
              <a:t>Very similar between Voigt and double Gaussian: </a:t>
            </a:r>
          </a:p>
          <a:p>
            <a:pPr lvl="1"/>
            <a:r>
              <a:rPr lang="en-US" dirty="0"/>
              <a:t>But Voigt have less free parameters (5) compared to double Gaussians (6)</a:t>
            </a:r>
          </a:p>
          <a:p>
            <a:pPr lvl="1"/>
            <a:r>
              <a:rPr lang="en-US" dirty="0"/>
              <a:t>So, I would choose Voigt for the fitting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A8549-5F0C-7A48-118E-F66A030E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061" y="16635"/>
            <a:ext cx="6058979" cy="68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10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2370-4EF4-455F-7DA4-C6D5FEDE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0EF8-FBEF-52F1-01F0-F27C1A13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Contamination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37CF-4280-1E0C-04B7-EE5A5D94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80C60-863C-37BE-A2AF-9FBD65A8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7C6D-F25A-D14B-D328-0A306921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09826CF-15F5-54F8-E837-FC45CDFD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1998" cy="1413539"/>
          </a:xfrm>
        </p:spPr>
        <p:txBody>
          <a:bodyPr>
            <a:normAutofit/>
          </a:bodyPr>
          <a:lstStyle/>
          <a:p>
            <a:r>
              <a:rPr lang="en-US" dirty="0"/>
              <a:t>After the correction simulation and data are much closer: </a:t>
            </a:r>
          </a:p>
          <a:p>
            <a:pPr lvl="1"/>
            <a:r>
              <a:rPr lang="en-US" dirty="0"/>
              <a:t>We can use simulation to estimate the Cu contamination in the Sn target and Sn contamination in Cu target: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88A58-4BBA-9C4C-48FB-87F1BA60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0"/>
          <a:stretch>
            <a:fillRect/>
          </a:stretch>
        </p:blipFill>
        <p:spPr>
          <a:xfrm>
            <a:off x="4140200" y="1869140"/>
            <a:ext cx="7772400" cy="458385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1FA6A1-123B-2B2B-DBCC-461ACD10B730}"/>
              </a:ext>
            </a:extLst>
          </p:cNvPr>
          <p:cNvSpPr txBox="1">
            <a:spLocks/>
          </p:cNvSpPr>
          <p:nvPr/>
        </p:nvSpPr>
        <p:spPr>
          <a:xfrm>
            <a:off x="94742" y="2446020"/>
            <a:ext cx="3555238" cy="313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Cu contamination in the Sn target: 0.26%</a:t>
            </a:r>
          </a:p>
          <a:p>
            <a:pPr marL="0" indent="0">
              <a:buNone/>
            </a:pPr>
            <a:r>
              <a:rPr lang="en-US" dirty="0"/>
              <a:t>Sn contamination in the Cu target: 0.83%</a:t>
            </a:r>
          </a:p>
          <a:p>
            <a:pPr marL="0" indent="0">
              <a:buNone/>
            </a:pPr>
            <a:r>
              <a:rPr lang="en-US" dirty="0"/>
              <a:t>If use ±3σ from the Voigt fit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6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122D-5253-DB8C-45A7-E810FF11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33A4-D166-2C56-3E9B-6A7E4D89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4D2F9-A0BF-DFF4-DE50-F0377E4A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A7520-B884-7FBA-A457-CA4A69AC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0AF8-453C-A9F8-402A-6643313B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7A9DEE-FAAC-8327-1E45-FDE71DDB6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/>
          <a:lstStyle/>
          <a:p>
            <a:r>
              <a:rPr lang="en-US" dirty="0"/>
              <a:t>Develop C++ code to apply correction and a ±3σ: </a:t>
            </a:r>
          </a:p>
          <a:p>
            <a:pPr lvl="1"/>
            <a:r>
              <a:rPr lang="en-US" dirty="0"/>
              <a:t>Use a txt file with the value of the third order polynomial function for each (</a:t>
            </a:r>
            <a:r>
              <a:rPr lang="en-US" dirty="0" err="1"/>
              <a:t>p,θ,φ,sector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And create C++ code to use it: (600 lines with comments)</a:t>
            </a:r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3A0F0E-E040-D9AE-BDC7-900073DE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28" y="2187854"/>
            <a:ext cx="7772400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F4C5AD-EBF8-C789-5A36-3FA27102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28" y="3576314"/>
            <a:ext cx="7772400" cy="286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8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CED1-E3E2-160A-BD9D-20A11D9C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1E6B-4E37-42D7-9515-435025EE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RG-L/ALERT: GNN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48AE-DF58-40C0-5248-E23DA320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12E3B-8FFD-71CB-3BDA-E65E008B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AB6F3-600E-20FC-A616-1DFB83B7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3206EA9-3494-8E99-7954-196FCA01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681058"/>
          </a:xfrm>
        </p:spPr>
        <p:txBody>
          <a:bodyPr/>
          <a:lstStyle/>
          <a:p>
            <a:r>
              <a:rPr lang="en-US" dirty="0"/>
              <a:t>Work on the pull request of the GNN in COATJAVA: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B8E711-94DA-AD59-9F84-F53C27D2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4" y="1414602"/>
            <a:ext cx="11877598" cy="913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8E61E8-0B59-C40B-7551-22786BC96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60" y="2424312"/>
            <a:ext cx="13081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AD5D29-29B3-2991-A581-A6B1EC6193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3299"/>
          <a:stretch>
            <a:fillRect/>
          </a:stretch>
        </p:blipFill>
        <p:spPr>
          <a:xfrm>
            <a:off x="906219" y="3144695"/>
            <a:ext cx="4216964" cy="1831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22F3DC-3F18-8863-CF5C-CF4127C112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521"/>
          <a:stretch>
            <a:fillRect/>
          </a:stretch>
        </p:blipFill>
        <p:spPr>
          <a:xfrm>
            <a:off x="6186859" y="2424312"/>
            <a:ext cx="3828455" cy="37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4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C0B9-E751-4D62-AAFD-5F14B6B8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9C49-5EB1-8D77-2214-AE73A8589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be on shift: today, tomorrow and Thursday </a:t>
            </a:r>
          </a:p>
          <a:p>
            <a:endParaRPr lang="en-US" dirty="0"/>
          </a:p>
          <a:p>
            <a:r>
              <a:rPr lang="en-US" dirty="0"/>
              <a:t>Nathan and Chris asked me to give a presentation during the next software </a:t>
            </a:r>
            <a:r>
              <a:rPr lang="en-US" dirty="0" err="1"/>
              <a:t>metting</a:t>
            </a:r>
            <a:r>
              <a:rPr lang="en-US" dirty="0"/>
              <a:t> (Thursday in two week 05/14) about my multithreading class in HIPO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BE3F8-CB11-5EE1-5F1F-7D7149B5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460B6-0ABE-4052-F061-2B771205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9DF35-C390-BA83-E51C-9CA1C9C0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2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Write the correction in the common analysis note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Will simulate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inbending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compare to data (use it for contamination study too), same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CxC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Get the multiplicity ratio for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after the event mixing subtraction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 and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on the binning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ALERT: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Graph Neural Network: implementation 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coatjava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make a pull request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Redo the efficiency study on elastic data but use the polar angle of the electron instead of the momentum for calculation of the predicted deuterium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05/05/26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16863</TotalTime>
  <Words>905</Words>
  <Application>Microsoft Macintosh PowerPoint</Application>
  <PresentationFormat>Widescreen</PresentationFormat>
  <Paragraphs>191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Contamination</vt:lpstr>
      <vt:lpstr>RG-D: Vz correction</vt:lpstr>
      <vt:lpstr>RG-L/ALERT: GNN Implementation</vt:lpstr>
      <vt:lpstr>Other things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575</cp:revision>
  <dcterms:created xsi:type="dcterms:W3CDTF">2019-12-03T01:04:10Z</dcterms:created>
  <dcterms:modified xsi:type="dcterms:W3CDTF">2026-05-05T17:11:21Z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