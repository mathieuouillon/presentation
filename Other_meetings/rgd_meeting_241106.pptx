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Nunito Medium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22" Type="http://schemas.openxmlformats.org/officeDocument/2006/relationships/font" Target="fonts/NunitoMedium-regular.fntdata"/><Relationship Id="rId21" Type="http://schemas.openxmlformats.org/officeDocument/2006/relationships/font" Target="fonts/Nunito-boldItalic.fntdata"/><Relationship Id="rId24" Type="http://schemas.openxmlformats.org/officeDocument/2006/relationships/font" Target="fonts/NunitoMedium-italic.fntdata"/><Relationship Id="rId23" Type="http://schemas.openxmlformats.org/officeDocument/2006/relationships/font" Target="fonts/Nunito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NunitoMedium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17aaf66a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17aaf66a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27520d72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27520d72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223b3629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223b3629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223b3629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223b3629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223b3629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223b3629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223b3629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223b3629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223b3629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223b3629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223b3629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223b3629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223b3629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1223b3629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223b3629a_27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223b3629a_27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27520d72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127520d72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and cooking status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(November 6, 2024)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Analysis and cooking status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November 06, 2024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Cooking chef​</a:t>
            </a:r>
            <a:endParaRPr/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521250" y="929475"/>
            <a:ext cx="80514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Skim for Pass0v6: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1500">
                <a:solidFill>
                  <a:schemeClr val="dk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/cache/hallb/scratch/rg-d/production/skim_pass0v6/</a:t>
            </a:r>
            <a:endParaRPr sz="1500">
              <a:solidFill>
                <a:schemeClr val="dk2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 will skim the calib_v9 (same state of calibration as Pass0v6) dataset today.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Will be in  </a:t>
            </a:r>
            <a:r>
              <a:rPr lang="fr" sz="1500">
                <a:solidFill>
                  <a:schemeClr val="dk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/cache/hallb/scratch/rg-d/production/skim_calib_v9/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study​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51" y="778750"/>
            <a:ext cx="5043874" cy="37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5394700" y="916900"/>
            <a:ext cx="3422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data: all pass0v6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target: CuSn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Fit with a gaussian + 4 order polynomial.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study​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5124650" y="916900"/>
            <a:ext cx="39690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Fit sector 2 with a gaussian + 4 order polynomial.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We look at how much of the sector's gaussian is cut by applying the cuts at 5, 7,... σ of the gaussian obtained with all sectors.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Sector 2 is the worse one. And a cut at 11σ keep most of the stats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cuts at : -1.529 cm and 1.521 cm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75" y="680500"/>
            <a:ext cx="4950700" cy="400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study​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50" y="686750"/>
            <a:ext cx="8302326" cy="399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study​</a:t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875" y="820900"/>
            <a:ext cx="4928426" cy="371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5394700" y="916900"/>
            <a:ext cx="3422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data: all pass0v6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target: CuSn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Vy is fit with a gaussian + 4 order polynomial.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study​</a:t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50" y="712075"/>
            <a:ext cx="4879576" cy="3902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5394700" y="916900"/>
            <a:ext cx="3422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Fit sector 4 with a gaussian + 4 order polynomial.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We look at how much of the sector's gaussian is cut by applying the cuts at 5, 7,... σ of the gaussian obtained with all sectors.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Sector 4 is the worse one. And a cut at 11σ keep most of the stats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cuts at: -2.216 cm and 1.862 cm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study​</a:t>
            </a:r>
            <a:endParaRPr/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08" y="723600"/>
            <a:ext cx="8421094" cy="399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study​</a:t>
            </a:r>
            <a:endParaRPr/>
          </a:p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00" y="799800"/>
            <a:ext cx="4419601" cy="3442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799800"/>
            <a:ext cx="4419600" cy="3455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study​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5293600" y="841550"/>
            <a:ext cx="3673800" cy="3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82"/>
              <a:t>Vz distribution after a cut at 11</a:t>
            </a:r>
            <a:r>
              <a:rPr lang="fr" sz="1682"/>
              <a:t>σ on vx and 11σ on vy.</a:t>
            </a:r>
            <a:endParaRPr sz="168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82"/>
              <a:t>Two separate fits:</a:t>
            </a:r>
            <a:endParaRPr sz="1682"/>
          </a:p>
          <a:p>
            <a:pPr indent="-131362" lvl="0" marL="2808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fr" sz="1500"/>
              <a:t>The LD2 region: 2 gaussians + pol1</a:t>
            </a:r>
            <a:endParaRPr sz="1500"/>
          </a:p>
          <a:p>
            <a:pPr indent="-131362" lvl="0" marL="280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500"/>
              <a:t>The CuSn region: 2 gaussins + pol1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/>
              <a:t>To separate the LD2 exit window from the first target, cut at 3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σ: -11.463 cm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To separate the two target, cut at 3σ for the first target: -6.576 cm and at 3σ for the second: -6.137 cm.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And to separate the second target from the scattering window, we can cut at 5cm.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800"/>
            <a:ext cx="5141199" cy="3842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study​</a:t>
            </a:r>
            <a:endParaRPr/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25" y="737438"/>
            <a:ext cx="5293498" cy="387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5275375" y="847825"/>
            <a:ext cx="3768300" cy="3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Data: Pass0v6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Target: carbon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Vz distribution after a cut at 11σ on vx and 11σ on vy.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Two separate fits:</a:t>
            </a:r>
            <a:endParaRPr/>
          </a:p>
          <a:p>
            <a:pPr indent="-145650" lvl="0" marL="2808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The LD2 region: 2 gaussians + 1/x</a:t>
            </a:r>
            <a:endParaRPr sz="1500"/>
          </a:p>
          <a:p>
            <a:pPr indent="-145650" lvl="0" marL="2808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" sz="1500"/>
              <a:t>The CuSn region: 2 gaussins + pol1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500"/>
              <a:t>To separate the LD2 exit window from the first target, cut at 3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σ: -10.784 cm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study​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Be aware: I need to cross check all of that with Matt.</a:t>
            </a:r>
            <a:endParaRPr/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