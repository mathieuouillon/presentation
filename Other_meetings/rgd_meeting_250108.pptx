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Nunito Medium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NunitoMedium-bold.fntdata"/><Relationship Id="rId16" Type="http://schemas.openxmlformats.org/officeDocument/2006/relationships/font" Target="fonts/Nunito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37bcc6a1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37bcc6a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37bcc6a1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37bcc6a1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37bcc6a1e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37bcc6a1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37bcc6a1e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37bcc6a1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37bcc6a1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237bcc6a1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and cooking status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(08 January,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08 January,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75375" y="781950"/>
            <a:ext cx="9068700" cy="38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Use Pass0v7 data, select an event with a trigger electron with pid=11 and status&lt;0</a:t>
            </a:r>
            <a:endParaRPr/>
          </a:p>
          <a:p>
            <a:pPr indent="-236700" lvl="0" marL="24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Charged pions identified with pid=211 and pid=-211.</a:t>
            </a:r>
            <a:endParaRPr/>
          </a:p>
          <a:p>
            <a:pPr indent="-236700" lvl="0" marL="244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Strategy:</a:t>
            </a:r>
            <a:endParaRPr/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Plot Vx and Vy distribution for the electron, fit to get mean and sigma, cut at 11 sigma.</a:t>
            </a:r>
            <a:endParaRPr sz="1600"/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Plot Vz distribution for the electron, fit to get mean and sigma for the entrance/exit of the LD2 target and the mean and sigma for the CxC or CuSn targets, cut a 3 sigma to remove contamination for the LD2 target, and separate Cu and Sn target + cut at 5 cm to remove scattering chamber.</a:t>
            </a:r>
            <a:endParaRPr sz="1600"/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Plot Vx and Vy distribution for the charged pion, fit to get mean and sigma, cut at 11 sigma.</a:t>
            </a:r>
            <a:endParaRPr sz="1600"/>
          </a:p>
          <a:p>
            <a:pPr indent="-224000" lvl="1" marL="414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Plot Vz distribution for the charged pion, fit to get 2 mean and sigma for the CxC target or 1 mean and sigma for the Cu and Sn target.</a:t>
            </a:r>
            <a:endParaRPr sz="1600"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study: Carbon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78750" y="570675"/>
            <a:ext cx="34101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Electron before Vx and Vy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198350" y="570675"/>
            <a:ext cx="34101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Electron after Vx and Vy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13950" y="4314500"/>
            <a:ext cx="8516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Normalizations for the two plots are differents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75" y="1018975"/>
            <a:ext cx="4410920" cy="329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018975"/>
            <a:ext cx="4410926" cy="3295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study: Carbon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106775" y="570675"/>
            <a:ext cx="45783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𝛑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before Vx and Vy cuts but after e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756400" y="570675"/>
            <a:ext cx="43878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𝛑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after Vx and Vy cuts and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after e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13950" y="4314500"/>
            <a:ext cx="8516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Normalizations for the two plots are differents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75" y="986975"/>
            <a:ext cx="4387802" cy="32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986975"/>
            <a:ext cx="4387802" cy="327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study: Carbon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106775" y="570675"/>
            <a:ext cx="45783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𝛑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before Vx and Vy cuts but after e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756400" y="570675"/>
            <a:ext cx="43878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𝛑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after Vx and Vy cuts and after e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cuts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13950" y="4314500"/>
            <a:ext cx="85161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Normalizations for the two plots are differents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75" y="1019014"/>
            <a:ext cx="4387802" cy="327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4799" y="1019014"/>
            <a:ext cx="4387802" cy="327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RG-D: Vertex study</a:t>
            </a:r>
            <a:r>
              <a:rPr lang="fr"/>
              <a:t>: Carbon</a:t>
            </a:r>
            <a:endParaRPr/>
          </a:p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5532875" y="806950"/>
            <a:ext cx="33726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For the Carbon target only, we don’t need to cut on Vz for the charged pions. We can take all the distributions.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675" y="746788"/>
            <a:ext cx="5228075" cy="3906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