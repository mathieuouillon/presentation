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  <p:embeddedFont>
      <p:font typeface="Nunito Medium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Medium-regular.fntdata"/><Relationship Id="rId14" Type="http://schemas.openxmlformats.org/officeDocument/2006/relationships/font" Target="fonts/Nunito-boldItalic.fntdata"/><Relationship Id="rId17" Type="http://schemas.openxmlformats.org/officeDocument/2006/relationships/font" Target="fonts/NunitoMedium-italic.fntdata"/><Relationship Id="rId16" Type="http://schemas.openxmlformats.org/officeDocument/2006/relationships/font" Target="fonts/Nunito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unito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9d947e7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9d947e7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9d8ddfc0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9d8ddfc0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9d8ddfc0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9d8ddfc0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9d8ddfc0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9d8ddfc0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ALERT software group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(December 02</a:t>
            </a:r>
            <a:r>
              <a:rPr baseline="30000"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ALERT software group meeting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December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02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AI for ALERT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148425" y="775650"/>
            <a:ext cx="39588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Implementation of the clustering in COATJAVA: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Raw hits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in blue.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Merge hits that on the same layer and 1 wire away together into </a:t>
            </a:r>
            <a:r>
              <a:rPr lang="fr">
                <a:solidFill>
                  <a:srgbClr val="E69138"/>
                </a:solidFill>
                <a:latin typeface="Nunito"/>
                <a:ea typeface="Nunito"/>
                <a:cs typeface="Nunito"/>
                <a:sym typeface="Nunito"/>
              </a:rPr>
              <a:t>precluster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(orange circle).​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Merge precluster that are on the same superlayer and 8mm away into </a:t>
            </a:r>
            <a:r>
              <a:rPr lang="fr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super-precluster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(green circle)​.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950" y="860375"/>
            <a:ext cx="4064451" cy="36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7335325" y="697675"/>
            <a:ext cx="1224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x (mm)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 rot="5400000">
            <a:off x="8290200" y="1547175"/>
            <a:ext cx="1224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y (mm)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AI for ALERT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148425" y="775650"/>
            <a:ext cx="39588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Implementation of the clustering in COATJAVA: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Raw hits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in blue.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Merge hits that on the same layer and 1 wire away together into </a:t>
            </a:r>
            <a:r>
              <a:rPr lang="fr">
                <a:solidFill>
                  <a:srgbClr val="E69138"/>
                </a:solidFill>
                <a:latin typeface="Nunito"/>
                <a:ea typeface="Nunito"/>
                <a:cs typeface="Nunito"/>
                <a:sym typeface="Nunito"/>
              </a:rPr>
              <a:t>precluster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(orange circle).​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Merge precluster that are on the same superlayer and 8mm away into </a:t>
            </a:r>
            <a:r>
              <a:rPr lang="fr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super-precluster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(green circle)​.</a:t>
            </a:r>
            <a:endParaRPr/>
          </a:p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7335325" y="697675"/>
            <a:ext cx="1224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x (mm)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 rot="5400000">
            <a:off x="8290200" y="1547175"/>
            <a:ext cx="1224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y (mm)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74150"/>
            <a:ext cx="4029951" cy="3662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AI for ALERT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73050" y="706550"/>
            <a:ext cx="88323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Find all possible tracks: implementation in COATJAVA</a:t>
            </a:r>
            <a:endParaRPr/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6" y="1155550"/>
            <a:ext cx="3911951" cy="351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6325" y="1196375"/>
            <a:ext cx="3843504" cy="34290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778750" y="3837225"/>
            <a:ext cx="11994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Python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5264500" y="3837225"/>
            <a:ext cx="11994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Java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AI for ALERT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155850" y="788200"/>
            <a:ext cx="8832300" cy="9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Implementation of the AI in COATJAVA, use Deep Java Library</a:t>
            </a:r>
            <a:endParaRPr/>
          </a:p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332850" y="1758450"/>
            <a:ext cx="3473100" cy="19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Prediction of python AI: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</a:rPr>
              <a:t>4.1537e-06, 1.7346e-06, 4.2557e-07,2.9792e-08,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1.8523e-10,9.8938e-01, 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642775" y="1664250"/>
            <a:ext cx="34731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Prediction of AI in COATJAVA: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4.153695E-6, 1.7346407E-6, 4.255732E-7, 2.9791678E-8, 1.8522876E-10, 0.9893768, 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32850" y="3584575"/>
            <a:ext cx="8832300" cy="9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Working on multithreading with CLARA.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Will make a pull request soon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