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Cairo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Cairo-regular.fntdata"/><Relationship Id="rId8" Type="http://schemas.openxmlformats.org/officeDocument/2006/relationships/font" Target="fonts/Cair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Cairo"/>
              <a:buNone/>
              <a:defRPr sz="5200">
                <a:latin typeface="Cairo"/>
                <a:ea typeface="Cairo"/>
                <a:cs typeface="Cairo"/>
                <a:sym typeface="Cai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