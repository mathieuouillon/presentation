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Nuni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Medium-bold.fntdata"/><Relationship Id="rId14" Type="http://schemas.openxmlformats.org/officeDocument/2006/relationships/font" Target="fonts/NunitoMedium-regular.fntdata"/><Relationship Id="rId17" Type="http://schemas.openxmlformats.org/officeDocument/2006/relationships/font" Target="fonts/NunitoMedium-boldItalic.fntdata"/><Relationship Id="rId16" Type="http://schemas.openxmlformats.org/officeDocument/2006/relationships/font" Target="fonts/Nuni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255f632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255f632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255f6329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255f6329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255f6329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255f6329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ALERT software group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(30 December, 2024)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ALERT software group meeting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30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December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 for ALERT</a:t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138175" y="670500"/>
            <a:ext cx="8980500" cy="38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08799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Implementation in COATJAVA is done.</a:t>
            </a:r>
            <a:endParaRPr/>
          </a:p>
          <a:p>
            <a:pPr indent="-236700" lvl="0" marL="208799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Multithread (with CLARA) is working well.</a:t>
            </a:r>
            <a:endParaRPr/>
          </a:p>
          <a:p>
            <a:pPr indent="-236700" lvl="0" marL="208799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Got the efficiency and purity from the COATJAVA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800" y="1918612"/>
            <a:ext cx="3351500" cy="249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25" y="1918600"/>
            <a:ext cx="3351500" cy="2673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875" y="1230892"/>
            <a:ext cx="3559076" cy="3491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00" y="1230900"/>
            <a:ext cx="3559076" cy="34918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Study secondary particles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-25125" y="6474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Determine the frequency of secondary particle production and its ability to cause hits in the AHDC.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Data use: 1 proton p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∈ [60, 250] MeV/c, φ ∈ [0, 360]°, θ ∈ [60, 120]° and vz ∈ [-15, 15] cm.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81" name="Google Shape;81;p15"/>
          <p:cNvCxnSpPr/>
          <p:nvPr/>
        </p:nvCxnSpPr>
        <p:spPr>
          <a:xfrm flipH="1" rot="10800000">
            <a:off x="3655100" y="3209200"/>
            <a:ext cx="2424300" cy="1331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100" y="1220888"/>
            <a:ext cx="3546626" cy="347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75" y="1220875"/>
            <a:ext cx="3546626" cy="34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Study secondary particles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-25125" y="647400"/>
            <a:ext cx="9144000" cy="8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Determine the frequency of secondary particle production and its ability to cause hits in the AHDC.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/>
              <a:t>Data use: p,</a:t>
            </a:r>
            <a:r>
              <a:rPr baseline="30000" lang="fr" sz="1500"/>
              <a:t>2</a:t>
            </a:r>
            <a:r>
              <a:rPr lang="fr" sz="1500"/>
              <a:t>H,</a:t>
            </a:r>
            <a:r>
              <a:rPr baseline="30000" lang="fr" sz="1500"/>
              <a:t>3</a:t>
            </a:r>
            <a:r>
              <a:rPr lang="fr" sz="1500"/>
              <a:t>H,</a:t>
            </a:r>
            <a:r>
              <a:rPr baseline="30000" lang="fr" sz="1500"/>
              <a:t>3</a:t>
            </a:r>
            <a:r>
              <a:rPr lang="fr" sz="1500"/>
              <a:t>He,</a:t>
            </a:r>
            <a:r>
              <a:rPr baseline="30000" lang="fr" sz="1500"/>
              <a:t>4</a:t>
            </a:r>
            <a:r>
              <a:rPr lang="fr" sz="1500"/>
              <a:t>He</a:t>
            </a:r>
            <a:r>
              <a:rPr lang="fr" sz="1500"/>
              <a:t> 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∈ [60, 450] MeV/c, φ ∈ [0, 360]°, θ ∈ [60, 120]° and vz ∈ [-15, 15] cm.</a:t>
            </a:r>
            <a:endParaRPr sz="1500"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91" name="Google Shape;91;p16"/>
          <p:cNvCxnSpPr/>
          <p:nvPr/>
        </p:nvCxnSpPr>
        <p:spPr>
          <a:xfrm flipH="1" rot="10800000">
            <a:off x="3655100" y="3209200"/>
            <a:ext cx="2424300" cy="13314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