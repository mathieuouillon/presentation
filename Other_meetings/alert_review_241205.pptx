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Nunito"/>
      <p:regular r:id="rId9"/>
      <p:bold r:id="rId10"/>
      <p:italic r:id="rId11"/>
      <p:boldItalic r:id="rId12"/>
    </p:embeddedFont>
    <p:embeddedFont>
      <p:font typeface="Nunito Medium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italic.fntdata"/><Relationship Id="rId10" Type="http://schemas.openxmlformats.org/officeDocument/2006/relationships/font" Target="fonts/Nunito-bold.fntdata"/><Relationship Id="rId13" Type="http://schemas.openxmlformats.org/officeDocument/2006/relationships/font" Target="fonts/NunitoMedium-regular.fntdata"/><Relationship Id="rId12" Type="http://schemas.openxmlformats.org/officeDocument/2006/relationships/font" Target="fonts/Nuni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Nunito-regular.fntdata"/><Relationship Id="rId15" Type="http://schemas.openxmlformats.org/officeDocument/2006/relationships/font" Target="fonts/NunitoMedium-italic.fntdata"/><Relationship Id="rId14" Type="http://schemas.openxmlformats.org/officeDocument/2006/relationships/font" Target="fonts/NunitoMedium-bold.fntdata"/><Relationship Id="rId16" Type="http://schemas.openxmlformats.org/officeDocument/2006/relationships/font" Target="fonts/Nunito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9d947e7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9d947e7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bd492b1c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bd492b1c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bd492b1c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bd492b1c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group meeting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(December 03</a:t>
            </a:r>
            <a:r>
              <a:rPr baseline="30000"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AI for ALERT: Model</a:t>
            </a:r>
            <a:endParaRPr/>
          </a:p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25125" y="647400"/>
            <a:ext cx="5034600" cy="3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Develop a AI using MLP with 10 inputs, 3 hidden layer with 20 and 1 output for track finding.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racks are generated by GEMC: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Good tracks :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proton with p ∈ [60, 250] MeV/c, φ ∈ [0, 360]°, θ ∈ [60, 120]° and vz ∈ [-15, 15] cm.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False tracks: interchanging randomly up to two super-precluster, with a adjacent event.</a:t>
            </a:r>
            <a:endParaRPr sz="1545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To validate the model we use: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Efficiency: Number of good tracks classified as good / number of event.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1300" lvl="1" marL="4860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Purity: Number of good tracks classified as good / number of tracks (good or bad) classified as good.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9725" y="1256050"/>
            <a:ext cx="3944651" cy="31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Efficiency and purity as function of species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47900" y="679800"/>
            <a:ext cx="5030100" cy="38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0699" lvl="0" marL="2087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Have also check the efficiency as function of the threshold.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Have also check the efficiency as function of the particle.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00699" lvl="0" marL="208799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Test differents AI algorithms : CNN, RNN and ERT.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</a:t>
            </a:r>
            <a:endParaRPr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1200" y="1638800"/>
            <a:ext cx="3786749" cy="2632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150" y="2571750"/>
            <a:ext cx="4979927" cy="15197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5005325" y="717475"/>
            <a:ext cx="41388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52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●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Train the model with tracks from proton, deuterium, tritium, helium 3 and helium 4.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175299" lvl="0" marL="2087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"/>
              <a:buChar char="●"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Constant for all species. 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Implementation in COATJAVA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163275" y="1014750"/>
            <a:ext cx="8760900" cy="32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fr" sz="2000"/>
              <a:t>Implementation of the clustering in COATJAVA: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Same implementation as in python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fr" sz="2000"/>
              <a:t>Implementation of the AI model with the library Deep Java Library</a:t>
            </a:r>
            <a:endParaRPr sz="20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Allow us to load the PyTorch model in Java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Implementation is done on local github, will be push to the main ALERT repo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The </a:t>
            </a:r>
            <a:r>
              <a:rPr lang="fr" sz="1600"/>
              <a:t>output</a:t>
            </a:r>
            <a:r>
              <a:rPr lang="fr" sz="1600"/>
              <a:t> of the model in Python and COATJAVA is the same.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Will reproduce efficiency plot as function of number of random hits to validate the implementation.</a:t>
            </a:r>
            <a:endParaRPr sz="1600"/>
          </a:p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