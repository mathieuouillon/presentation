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Nunito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NunitoMedium-regular.fntdata"/><Relationship Id="rId16" Type="http://schemas.openxmlformats.org/officeDocument/2006/relationships/font" Target="fonts/Nunito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Nunito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97818328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97818328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97818328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97818328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97818328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97818328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97818328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97818328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97818328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97818328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97818328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97818328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66" name="Google Shape;66;p16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6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group meeting (17 February,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for ALERT</a:t>
            </a:r>
            <a:endParaRPr/>
          </a:p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0" y="647400"/>
            <a:ext cx="90828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Goal: use luminosity simulation as background. 2 events from the same HIPO file.</a:t>
            </a:r>
            <a:endParaRPr/>
          </a:p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25" y="1084850"/>
            <a:ext cx="4509952" cy="39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8475" y="1121925"/>
            <a:ext cx="4324562" cy="39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75" y="1316300"/>
            <a:ext cx="4144277" cy="365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3425" y="1440988"/>
            <a:ext cx="4028798" cy="360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6"/>
          <p:cNvSpPr txBox="1"/>
          <p:nvPr/>
        </p:nvSpPr>
        <p:spPr>
          <a:xfrm>
            <a:off x="250725" y="718325"/>
            <a:ext cx="86472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Using the previous method: randomly choose a wire.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for ALERT</a:t>
            </a:r>
            <a:endParaRPr/>
          </a:p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3">
            <a:alphaModFix/>
          </a:blip>
          <a:srcRect b="0" l="675" r="0" t="0"/>
          <a:stretch/>
        </p:blipFill>
        <p:spPr>
          <a:xfrm>
            <a:off x="4093125" y="709275"/>
            <a:ext cx="4972650" cy="398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/>
        </p:nvSpPr>
        <p:spPr>
          <a:xfrm>
            <a:off x="-198175" y="772550"/>
            <a:ext cx="43659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 simulated background (mostly electron-electron collision)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Add proton track.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Compute efficiency and purity: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Efficiency: Number of good tracks classified as good / number of event which have a track.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Purity: Number of good tracks classified as good / number of tracks (good or bad) classified as good.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Blue line/dot: model with 20 neurons in the 3 hidden layers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Red line/dot: model with 100 neurons in the 3 hidden layers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-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Orange line/dot: model with 20 neurons in the 5 hidden layers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and purity as a function of occupancy</a:t>
            </a:r>
            <a:endParaRPr/>
          </a:p>
        </p:txBody>
      </p:sp>
      <p:sp>
        <p:nvSpPr>
          <p:cNvPr id="131" name="Google Shape;131;p28"/>
          <p:cNvSpPr txBox="1"/>
          <p:nvPr>
            <p:ph idx="1" type="body"/>
          </p:nvPr>
        </p:nvSpPr>
        <p:spPr>
          <a:xfrm>
            <a:off x="0" y="642650"/>
            <a:ext cx="9187800" cy="9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507" lvl="0" marL="208799" rtl="0" algn="l">
              <a:spcBef>
                <a:spcPts val="0"/>
              </a:spcBef>
              <a:spcAft>
                <a:spcPts val="0"/>
              </a:spcAft>
              <a:buSzPts val="1545"/>
              <a:buFont typeface="Nunito"/>
              <a:buChar char="●"/>
            </a:pPr>
            <a:r>
              <a:rPr lang="en" sz="1545">
                <a:latin typeface="Nunito"/>
                <a:ea typeface="Nunito"/>
                <a:cs typeface="Nunito"/>
                <a:sym typeface="Nunito"/>
              </a:rPr>
              <a:t>Old method:</a:t>
            </a:r>
            <a:endParaRPr sz="1545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" name="Google Shape;1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75" y="647400"/>
            <a:ext cx="5074000" cy="40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 for ALERT</a:t>
            </a:r>
            <a:endParaRPr/>
          </a:p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0" name="Google Shape;1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5625" y="752200"/>
            <a:ext cx="5734323" cy="393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/>
        </p:nvSpPr>
        <p:spPr>
          <a:xfrm>
            <a:off x="-198175" y="772550"/>
            <a:ext cx="33969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 simulated background (mostly electron-electron collision)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Add proton track.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Can also compute the efficiency as function of the proton momentum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 for ALERT</a:t>
            </a:r>
            <a:endParaRPr/>
          </a:p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800" y="698025"/>
            <a:ext cx="4899800" cy="3887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0"/>
          <p:cNvSpPr txBox="1"/>
          <p:nvPr/>
        </p:nvSpPr>
        <p:spPr>
          <a:xfrm>
            <a:off x="-198175" y="772550"/>
            <a:ext cx="42507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-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 can also compare the efficiency for the conventional track finding and the AI.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